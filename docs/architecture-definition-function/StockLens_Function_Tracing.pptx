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26683cae6c4781" /><Relationship Type="http://schemas.openxmlformats.org/officeDocument/2006/relationships/extended-properties" Target="/docProps/app.xml" Id="R43057d29f2b94ded" /><Relationship Type="http://schemas.openxmlformats.org/officeDocument/2006/relationships/officeDocument" Target="/ppt/presentation.xml" Id="R3dc5367f6ea744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580b59d4724f36"/>
  </p:sldMasterIdLst>
  <p:notesMasterIdLst>
    <p:notesMasterId xmlns:r="http://schemas.openxmlformats.org/officeDocument/2006/relationships" r:id="Rb5dd875b886f49a1"/>
  </p:notesMasterIdLst>
  <p:sldIdLst>
    <p:sldId xmlns:r="http://schemas.openxmlformats.org/officeDocument/2006/relationships" id="256" r:id="Rfe9160700d1d4db4"/>
    <p:sldId xmlns:r="http://schemas.openxmlformats.org/officeDocument/2006/relationships" id="257" r:id="R61a5d2e4bc1641f6"/>
  </p:sldIdLst>
  <p:sldSz cx="14287500" cy="10477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8fddaa78df4777" /><Relationship Type="http://schemas.openxmlformats.org/officeDocument/2006/relationships/slideMaster" Target="/ppt/slideMasters/slideMaster1.xml" Id="Rf2580b59d4724f36" /><Relationship Type="http://schemas.openxmlformats.org/officeDocument/2006/relationships/notesMaster" Target="/ppt/notesMasters/notesMaster1.xml" Id="Rb5dd875b886f49a1" /><Relationship Type="http://schemas.openxmlformats.org/officeDocument/2006/relationships/presProps" Target="/ppt/presProps.xml" Id="Re7de2a5c46734f1e" /><Relationship Type="http://schemas.openxmlformats.org/officeDocument/2006/relationships/tableStyles" Target="/ppt/tableStyles.xml" Id="R634897bf9b6649b7" /><Relationship Type="http://schemas.openxmlformats.org/officeDocument/2006/relationships/slide" Target="/ppt/slides/slide1.xml" Id="Rfe9160700d1d4db4" /><Relationship Type="http://schemas.openxmlformats.org/officeDocument/2006/relationships/slide" Target="/ppt/slides/slide2.xml" Id="R61a5d2e4bc1641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9b37401b9547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b7958248494206" /><Relationship Type="http://schemas.openxmlformats.org/officeDocument/2006/relationships/notesMaster" Target="/ppt/notesMasters/notesMaster1.xml" Id="Rc21dcf01aa8b42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9ece098a3544f8" /><Relationship Type="http://schemas.openxmlformats.org/officeDocument/2006/relationships/notesMaster" Target="/ppt/notesMasters/notesMaster1.xml" Id="Rc984199f29aa4f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https://cloud.innoslate.com/cornell/p/659/diagrams/idef0/264782 . The base is an unchanged native PNG export. Editable numbered and colored connectors are PowerPoint annotations implementing Lab Manual 6.2.1. Numbers 1–8 are the selected research trace; 0 and 9 document inherited configuration and maintenance context. Internal steps 1.1, 5.1, 5.2, 5.3 and 7.1 correspond to the verified IF.01–IF.04 relations. IF.03 has two receiving functions.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Derived sequence annotation based on saved UC.1 action/sequence entities 185145 and native first-level IDEF0 264782. Each label is unique. The query branches may execute concurrently; numbered order is one legal linearization. Internal IF.03 branches 5.2 and 5.3 carry the same authoritative computed record; the AI result cannot change that record. No physical allocation is implied by logical function lifelines.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e90f2d74d34c1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6e7f67dcae496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04517b7f4d48c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57d8b36fb7470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1d8fdc7d4941b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9373eff78647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00D3E0-F279-472B-8C1E-B9167FA723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28750" y="3958167"/>
            <a:ext cx="11430000" cy="15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6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6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6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6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6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6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6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6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6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6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8B6FE0C-1C47-4E1B-8264-DB9FE846811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143125" y="5762625"/>
            <a:ext cx="10001250" cy="1164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5E654D3-795B-43C1-A6F2-056273E5B8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28750" y="4365625"/>
            <a:ext cx="11430000" cy="174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92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2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2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2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2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2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2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2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2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2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C7029D-AECB-4C02-A127-40CB54863C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03672" y="814917"/>
            <a:ext cx="12680156" cy="1280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297B435-CCC2-43FA-8C56-C9E13A17ED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03672" y="2910417"/>
            <a:ext cx="12680156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67891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6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25078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6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82266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6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39453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6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696641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6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053828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6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411016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6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768203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6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125391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6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ED020C7-76FF-45E7-9E60-01F60FD37E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03672" y="814917"/>
            <a:ext cx="12680156" cy="1280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1C3E6BA-33F4-40F1-A42F-FD79EE1576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03672" y="2910417"/>
            <a:ext cx="5893594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67891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25078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82266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39453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696641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053828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411016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768203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125391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6789520-178E-4E82-A766-47BAFADA6A2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590234" y="2910417"/>
            <a:ext cx="5893594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67891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25078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82266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39453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696641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053828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411016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768203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125391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7CEAC8-8A03-415E-96BC-6945E3B437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03672" y="814917"/>
            <a:ext cx="12680156" cy="1280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8BC5131-C639-44DF-86B9-4CF7B7B04A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03672" y="2910417"/>
            <a:ext cx="5893594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67891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6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25078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6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82266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6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39453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6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696641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6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053828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6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411016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6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768203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6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125391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6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45da9dd1bf464a" /><Relationship Type="http://schemas.openxmlformats.org/officeDocument/2006/relationships/slideLayout" Target="/ppt/slideLayouts/slideLayout1.xml" Id="R6f4276fc3d104add" /><Relationship Type="http://schemas.openxmlformats.org/officeDocument/2006/relationships/slideLayout" Target="/ppt/slideLayouts/slideLayout2.xml" Id="R599d0649e168418c" /><Relationship Type="http://schemas.openxmlformats.org/officeDocument/2006/relationships/slideLayout" Target="/ppt/slideLayouts/slideLayout3.xml" Id="R280096c884d8401f" /><Relationship Type="http://schemas.openxmlformats.org/officeDocument/2006/relationships/slideLayout" Target="/ppt/slideLayouts/slideLayout4.xml" Id="Raf72f6ce43994de9" /><Relationship Type="http://schemas.openxmlformats.org/officeDocument/2006/relationships/slideLayout" Target="/ppt/slideLayouts/slideLayout5.xml" Id="Rac6d231e78a74503" /><Relationship Type="http://schemas.openxmlformats.org/officeDocument/2006/relationships/slideLayout" Target="/ppt/slideLayouts/slideLayout6.xml" Id="Rac36eda6438544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4276fc3d104add"/>
    <p:sldLayoutId xmlns:r="http://schemas.openxmlformats.org/officeDocument/2006/relationships" id="2147483650" r:id="R599d0649e168418c"/>
    <p:sldLayoutId xmlns:r="http://schemas.openxmlformats.org/officeDocument/2006/relationships" id="2147483651" r:id="R280096c884d8401f"/>
    <p:sldLayoutId xmlns:r="http://schemas.openxmlformats.org/officeDocument/2006/relationships" id="2147483652" r:id="Raf72f6ce43994de9"/>
    <p:sldLayoutId xmlns:r="http://schemas.openxmlformats.org/officeDocument/2006/relationships" id="2147483653" r:id="Rac6d231e78a74503"/>
    <p:sldLayoutId xmlns:r="http://schemas.openxmlformats.org/officeDocument/2006/relationships" id="2147483654" r:id="Rac36eda6438544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be2fa800574e0d" /><Relationship Type="http://schemas.openxmlformats.org/officeDocument/2006/relationships/image" Target="/ppt/media/image.png" Id="R1ad730f7c9714397" /><Relationship Type="http://schemas.openxmlformats.org/officeDocument/2006/relationships/notesSlide" Target="/ppt/notesSlides/notesSlide1.xml" Id="R174ccd3d4a7442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9e6a0f581645c6" /><Relationship Type="http://schemas.openxmlformats.org/officeDocument/2006/relationships/notesSlide" Target="/ppt/notesSlides/notesSlide2.xml" Id="R1ae6b9359eb04b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E80771F-9AE6-4A76-99B4-16B19630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4300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212C"/>
                </a:solidFill>
                <a:latin typeface="Arial"/>
                <a:ea typeface="Arial"/>
                <a:cs typeface="Arial"/>
              </a:rPr>
              <a:t>UC.1 direct trace through the saved first-level IDEF0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A33B7C-D848-4757-8ED7-6F57C184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42925"/>
            <a:ext cx="1371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6212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16212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16212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16212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16212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16212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16212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16212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16212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16212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6212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12C"/>
                </a:solidFill>
                <a:latin typeface="Arial"/>
                <a:ea typeface="Arial"/>
                <a:cs typeface="Arial"/>
              </a:rPr>
              <a:t>Blue: inherited exchanges   Green: first-level internal flows   Gray: configuration / maintenance context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8B3552-FC38-4BC9-8B3E-FCEEF2BB69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d730f7c9714397"/>
          <a:stretch xmlns:a="http://schemas.openxmlformats.org/drawingml/2006/main"/>
        </p:blipFill>
        <p:spPr>
          <a:xfrm xmlns:a="http://schemas.openxmlformats.org/drawingml/2006/main">
            <a:off x="190500" y="952500"/>
            <a:ext cx="13620750" cy="90868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DC9353-64EB-48A9-84F6-EC546EF5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81375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9F60B7-9976-43AC-B46D-FC466BC0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0060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F07341-0B88-48BD-9400-AC5F84AD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905500"/>
            <a:ext cx="16668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959B81-174B-4953-9A69-768763D7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715125"/>
            <a:ext cx="16668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9582F9-2A51-4DEB-832C-4F718B2F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704850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93BE6B-30B4-49FE-B1B1-56C7284C0219}"/>
              </a:ext>
            </a:extLst>
          </p:cNvPr>
          <p:cNvCxnSpPr/>
          <p:nvPr/>
        </p:nvCxnSpPr>
        <p:spPr>
          <a:xfrm xmlns:a="http://schemas.openxmlformats.org/drawingml/2006/main">
            <a:off x="3314700" y="1257300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86471"/>
            </a:solidFill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D45478-496B-4D70-B04F-A026E8DCA70B}"/>
              </a:ext>
            </a:extLst>
          </p:cNvPr>
          <p:cNvCxnSpPr/>
          <p:nvPr/>
        </p:nvCxnSpPr>
        <p:spPr>
          <a:xfrm xmlns:a="http://schemas.openxmlformats.org/drawingml/2006/main">
            <a:off x="3314700" y="1409700"/>
            <a:ext cx="6858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86471"/>
            </a:solidFill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1FC15D-C833-4B9C-9A47-9F482E99E449}"/>
              </a:ext>
            </a:extLst>
          </p:cNvPr>
          <p:cNvCxnSpPr/>
          <p:nvPr/>
        </p:nvCxnSpPr>
        <p:spPr>
          <a:xfrm xmlns:a="http://schemas.openxmlformats.org/drawingml/2006/main">
            <a:off x="3314700" y="1409700"/>
            <a:ext cx="0" cy="12573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86471"/>
            </a:solidFill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21979D-3982-4346-A5A1-8A3161191504}"/>
              </a:ext>
            </a:extLst>
          </p:cNvPr>
          <p:cNvCxnSpPr/>
          <p:nvPr/>
        </p:nvCxnSpPr>
        <p:spPr>
          <a:xfrm xmlns:a="http://schemas.openxmlformats.org/drawingml/2006/main">
            <a:off x="5029200" y="1409700"/>
            <a:ext cx="0" cy="24384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86471"/>
            </a:solidFill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37591D-CB23-41B1-80F8-461789392D91}"/>
              </a:ext>
            </a:extLst>
          </p:cNvPr>
          <p:cNvCxnSpPr/>
          <p:nvPr/>
        </p:nvCxnSpPr>
        <p:spPr>
          <a:xfrm xmlns:a="http://schemas.openxmlformats.org/drawingml/2006/main">
            <a:off x="6743700" y="1409700"/>
            <a:ext cx="0" cy="3619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86471"/>
            </a:solidFill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CD5AAD-5AD8-4A62-AD41-0CFB553937A8}"/>
              </a:ext>
            </a:extLst>
          </p:cNvPr>
          <p:cNvCxnSpPr/>
          <p:nvPr/>
        </p:nvCxnSpPr>
        <p:spPr>
          <a:xfrm xmlns:a="http://schemas.openxmlformats.org/drawingml/2006/main">
            <a:off x="8458200" y="1409700"/>
            <a:ext cx="0" cy="48006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86471"/>
            </a:solidFill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189779-6B9E-4765-BD6C-ACCE81A1A8D6}"/>
              </a:ext>
            </a:extLst>
          </p:cNvPr>
          <p:cNvCxnSpPr/>
          <p:nvPr/>
        </p:nvCxnSpPr>
        <p:spPr>
          <a:xfrm xmlns:a="http://schemas.openxmlformats.org/drawingml/2006/main">
            <a:off x="10172700" y="1409700"/>
            <a:ext cx="0" cy="59817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86471"/>
            </a:solidFill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F901C5-7E6F-4380-8588-B074497E6C11}"/>
              </a:ext>
            </a:extLst>
          </p:cNvPr>
          <p:cNvCxnSpPr/>
          <p:nvPr/>
        </p:nvCxnSpPr>
        <p:spPr>
          <a:xfrm xmlns:a="http://schemas.openxmlformats.org/drawingml/2006/main">
            <a:off x="1295400" y="3009900"/>
            <a:ext cx="15621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259A7"/>
            </a:solidFill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2D08B2-9436-4BBB-AA04-94CDC200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14625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59A7"/>
                </a:solidFill>
                <a:latin typeface="Arial"/>
                <a:ea typeface="Arial"/>
                <a:cs typeface="Arial"/>
              </a:rPr>
              <a:t>1  Pair and date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ABA691-6FAC-4949-9248-BCD8F006EA67}"/>
              </a:ext>
            </a:extLst>
          </p:cNvPr>
          <p:cNvCxnSpPr/>
          <p:nvPr/>
        </p:nvCxnSpPr>
        <p:spPr>
          <a:xfrm xmlns:a="http://schemas.openxmlformats.org/drawingml/2006/main">
            <a:off x="3810000" y="3009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87A63"/>
            </a:solidFill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E28ECF-C394-45A5-9E00-50615969E6D9}"/>
              </a:ext>
            </a:extLst>
          </p:cNvPr>
          <p:cNvCxnSpPr/>
          <p:nvPr/>
        </p:nvCxnSpPr>
        <p:spPr>
          <a:xfrm xmlns:a="http://schemas.openxmlformats.org/drawingml/2006/main">
            <a:off x="4000500" y="3009900"/>
            <a:ext cx="0" cy="8763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87A63"/>
            </a:solidFill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2D0D50-9A6C-4A13-8995-E0B9732E6A73}"/>
              </a:ext>
            </a:extLst>
          </p:cNvPr>
          <p:cNvCxnSpPr/>
          <p:nvPr/>
        </p:nvCxnSpPr>
        <p:spPr>
          <a:xfrm xmlns:a="http://schemas.openxmlformats.org/drawingml/2006/main">
            <a:off x="4000500" y="38862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87A63"/>
            </a:solidFill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93A1AD-CF9C-4959-B474-7D418AFB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86125"/>
            <a:ext cx="2000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A63"/>
                </a:solidFill>
                <a:latin typeface="Arial"/>
                <a:ea typeface="Arial"/>
                <a:cs typeface="Arial"/>
              </a:rPr>
              <a:t>1.1  Validated request</a:t>
            </a:r>
          </a:p>
        </p:txBody>
      </p: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4A7C3D-3F76-4A66-9FC3-BDBCBEE7B8D0}"/>
              </a:ext>
            </a:extLst>
          </p:cNvPr>
          <p:cNvCxnSpPr/>
          <p:nvPr/>
        </p:nvCxnSpPr>
        <p:spPr>
          <a:xfrm xmlns:a="http://schemas.openxmlformats.org/drawingml/2006/main">
            <a:off x="5524500" y="4191000"/>
            <a:ext cx="6858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259A7"/>
            </a:solidFill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B1A1B0-6E1F-4375-B100-466178A8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238625"/>
            <a:ext cx="2000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59A7"/>
                </a:solidFill>
                <a:latin typeface="Arial"/>
                <a:ea typeface="Arial"/>
                <a:cs typeface="Arial"/>
              </a:rPr>
              <a:t>2  News query</a:t>
            </a:r>
          </a:p>
        </p:txBody>
      </p: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0BC69F-E596-4640-ADD9-2140ABB1308C}"/>
              </a:ext>
            </a:extLst>
          </p:cNvPr>
          <p:cNvCxnSpPr/>
          <p:nvPr/>
        </p:nvCxnSpPr>
        <p:spPr>
          <a:xfrm xmlns:a="http://schemas.openxmlformats.org/drawingml/2006/main">
            <a:off x="5524500" y="3886200"/>
            <a:ext cx="6858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259A7"/>
            </a:solidFill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F45708-43A7-4FF1-B8DE-6CD8F70E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00450"/>
            <a:ext cx="2000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59A7"/>
                </a:solidFill>
                <a:latin typeface="Arial"/>
                <a:ea typeface="Arial"/>
                <a:cs typeface="Arial"/>
              </a:rPr>
              <a:t>3  Market query</a:t>
            </a:r>
          </a:p>
        </p:txBody>
      </p: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5D8109-7B12-4AED-AEFA-BFF1AF4D9E9B}"/>
              </a:ext>
            </a:extLst>
          </p:cNvPr>
          <p:cNvCxnSpPr/>
          <p:nvPr/>
        </p:nvCxnSpPr>
        <p:spPr>
          <a:xfrm xmlns:a="http://schemas.openxmlformats.org/drawingml/2006/main">
            <a:off x="1295400" y="4191000"/>
            <a:ext cx="3276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259A7"/>
            </a:solidFill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C61D37-BDC8-4BAF-A849-129E3A3A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86200"/>
            <a:ext cx="2286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59A7"/>
                </a:solidFill>
                <a:latin typeface="Arial"/>
                <a:ea typeface="Arial"/>
                <a:cs typeface="Arial"/>
              </a:rPr>
              <a:t>4  Dated market records</a:t>
            </a:r>
          </a:p>
        </p:txBody>
      </p: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0A4697-55AA-4EBD-B503-6E41223B548C}"/>
              </a:ext>
            </a:extLst>
          </p:cNvPr>
          <p:cNvCxnSpPr/>
          <p:nvPr/>
        </p:nvCxnSpPr>
        <p:spPr>
          <a:xfrm xmlns:a="http://schemas.openxmlformats.org/drawingml/2006/main">
            <a:off x="1295400" y="4457700"/>
            <a:ext cx="3276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259A7"/>
            </a:solidFill>
            <a:tail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E0C333-C286-4068-9358-FE267B69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05325"/>
            <a:ext cx="2381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59A7"/>
                </a:solidFill>
                <a:latin typeface="Arial"/>
                <a:ea typeface="Arial"/>
                <a:cs typeface="Arial"/>
              </a:rPr>
              <a:t>5  Dated news evidence</a:t>
            </a:r>
          </a:p>
        </p:txBody>
      </p: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E20E40-FE6A-4714-9869-9705780D333F}"/>
              </a:ext>
            </a:extLst>
          </p:cNvPr>
          <p:cNvCxnSpPr/>
          <p:nvPr/>
        </p:nvCxnSpPr>
        <p:spPr>
          <a:xfrm xmlns:a="http://schemas.openxmlformats.org/drawingml/2006/main">
            <a:off x="5524500" y="4457700"/>
            <a:ext cx="76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87A63"/>
            </a:solidFill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28F67D-D94B-4B9C-8E82-4F8629031603}"/>
              </a:ext>
            </a:extLst>
          </p:cNvPr>
          <p:cNvCxnSpPr/>
          <p:nvPr/>
        </p:nvCxnSpPr>
        <p:spPr>
          <a:xfrm xmlns:a="http://schemas.openxmlformats.org/drawingml/2006/main">
            <a:off x="5600700" y="4457700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87A63"/>
            </a:solidFill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41207A-15FA-4B9B-932C-22F93911DD72}"/>
              </a:ext>
            </a:extLst>
          </p:cNvPr>
          <p:cNvCxnSpPr/>
          <p:nvPr/>
        </p:nvCxnSpPr>
        <p:spPr>
          <a:xfrm xmlns:a="http://schemas.openxmlformats.org/drawingml/2006/main">
            <a:off x="5600700" y="537210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87A63"/>
            </a:solidFill>
            <a:tail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D04CD0-A08D-4DAD-ADC0-1F91032C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29175"/>
            <a:ext cx="2286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A63"/>
                </a:solidFill>
                <a:latin typeface="Arial"/>
                <a:ea typeface="Arial"/>
                <a:cs typeface="Arial"/>
              </a:rPr>
              <a:t>5.1  Validated dated evidence</a:t>
            </a:r>
          </a:p>
        </p:txBody>
      </p: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749E62-E62A-4D67-9ECE-488AED5A2196}"/>
              </a:ext>
            </a:extLst>
          </p:cNvPr>
          <p:cNvCxnSpPr/>
          <p:nvPr/>
        </p:nvCxnSpPr>
        <p:spPr>
          <a:xfrm xmlns:a="http://schemas.openxmlformats.org/drawingml/2006/main">
            <a:off x="7239000" y="5524500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87A63"/>
            </a:solidFill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0C68BD-5FB8-4112-9344-306FF0A62895}"/>
              </a:ext>
            </a:extLst>
          </p:cNvPr>
          <p:cNvCxnSpPr/>
          <p:nvPr/>
        </p:nvCxnSpPr>
        <p:spPr>
          <a:xfrm xmlns:a="http://schemas.openxmlformats.org/drawingml/2006/main">
            <a:off x="7353300" y="5524500"/>
            <a:ext cx="0" cy="8382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87A63"/>
            </a:solidFill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7604BA-83A4-4F7D-A4B7-AB522E2A1B0A}"/>
              </a:ext>
            </a:extLst>
          </p:cNvPr>
          <p:cNvCxnSpPr/>
          <p:nvPr/>
        </p:nvCxnSpPr>
        <p:spPr>
          <a:xfrm xmlns:a="http://schemas.openxmlformats.org/drawingml/2006/main">
            <a:off x="7353300" y="6362700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87A63"/>
            </a:solidFill>
            <a:tailEnd type="triangle" w="sm" len="sm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F27E8E-B4F8-48D8-B974-5B02D756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695950"/>
            <a:ext cx="2667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A63"/>
                </a:solidFill>
                <a:latin typeface="Arial"/>
                <a:ea typeface="Arial"/>
                <a:cs typeface="Arial"/>
              </a:rPr>
              <a:t>5.2  Computed score record</a:t>
            </a:r>
          </a:p>
        </p:txBody>
      </p: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17F9F0-B948-40DC-8D24-E9A8538DEF90}"/>
              </a:ext>
            </a:extLst>
          </p:cNvPr>
          <p:cNvCxnSpPr/>
          <p:nvPr/>
        </p:nvCxnSpPr>
        <p:spPr>
          <a:xfrm xmlns:a="http://schemas.openxmlformats.org/drawingml/2006/main">
            <a:off x="7353300" y="6362700"/>
            <a:ext cx="0" cy="1524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87A63"/>
            </a:solidFill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61B512-5DA3-4CE1-9D17-65F1CDC1F7D1}"/>
              </a:ext>
            </a:extLst>
          </p:cNvPr>
          <p:cNvCxnSpPr/>
          <p:nvPr/>
        </p:nvCxnSpPr>
        <p:spPr>
          <a:xfrm xmlns:a="http://schemas.openxmlformats.org/drawingml/2006/main">
            <a:off x="7353300" y="7886700"/>
            <a:ext cx="2362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87A63"/>
            </a:solidFill>
            <a:tail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2649E88-03C3-4A1C-A51A-AD09745C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7934325"/>
            <a:ext cx="2190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A63"/>
                </a:solidFill>
                <a:latin typeface="Arial"/>
                <a:ea typeface="Arial"/>
                <a:cs typeface="Arial"/>
              </a:rPr>
              <a:t>5.3  Same record to display</a:t>
            </a:r>
          </a:p>
        </p:txBody>
      </p: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7013356-5D5F-4692-A505-E5FE4B3841BE}"/>
              </a:ext>
            </a:extLst>
          </p:cNvPr>
          <p:cNvCxnSpPr/>
          <p:nvPr/>
        </p:nvCxnSpPr>
        <p:spPr>
          <a:xfrm xmlns:a="http://schemas.openxmlformats.org/drawingml/2006/main">
            <a:off x="8953500" y="6362700"/>
            <a:ext cx="3429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259A7"/>
            </a:solidFill>
            <a:tailEnd type="triangle" w="sm" len="sm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155EC29-27CB-4AB5-9D63-BE97D21B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067425"/>
            <a:ext cx="2190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59A7"/>
                </a:solidFill>
                <a:latin typeface="Arial"/>
                <a:ea typeface="Arial"/>
                <a:cs typeface="Arial"/>
              </a:rPr>
              <a:t>6  Score-evidence package</a:t>
            </a:r>
          </a:p>
        </p:txBody>
      </p:sp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3DDEE89-F4A4-4E03-B03A-4EBF81BC1419}"/>
              </a:ext>
            </a:extLst>
          </p:cNvPr>
          <p:cNvCxnSpPr/>
          <p:nvPr/>
        </p:nvCxnSpPr>
        <p:spPr>
          <a:xfrm xmlns:a="http://schemas.openxmlformats.org/drawingml/2006/main">
            <a:off x="1295400" y="6705600"/>
            <a:ext cx="6705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259A7"/>
            </a:solidFill>
            <a:tailEnd type="triangle" w="sm" len="sm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EA3DA9F-5675-4865-91DF-09E7F862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410325"/>
            <a:ext cx="2381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59A7"/>
                </a:solidFill>
                <a:latin typeface="Arial"/>
                <a:ea typeface="Arial"/>
                <a:cs typeface="Arial"/>
              </a:rPr>
              <a:t>7  AI explanation text</a:t>
            </a:r>
          </a:p>
        </p:txBody>
      </p:sp>
      <p:cxnSp>
        <p:nvCxn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EAEEAA1-3DC6-485A-BBA5-34674045BA9F}"/>
              </a:ext>
            </a:extLst>
          </p:cNvPr>
          <p:cNvCxnSpPr/>
          <p:nvPr/>
        </p:nvCxnSpPr>
        <p:spPr>
          <a:xfrm xmlns:a="http://schemas.openxmlformats.org/drawingml/2006/main">
            <a:off x="8953500" y="6743700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87A63"/>
            </a:solidFill>
          </a:ln>
        </p:spPr>
      </p:cxnSp>
      <p:cxnSp>
        <p:nvCxn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8611155-4D59-42EE-81A8-DE7F9D06584C}"/>
              </a:ext>
            </a:extLst>
          </p:cNvPr>
          <p:cNvCxnSpPr/>
          <p:nvPr/>
        </p:nvCxnSpPr>
        <p:spPr>
          <a:xfrm xmlns:a="http://schemas.openxmlformats.org/drawingml/2006/main">
            <a:off x="9067800" y="6743700"/>
            <a:ext cx="0" cy="8001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87A63"/>
            </a:solidFill>
          </a:ln>
        </p:spPr>
      </p:cxnSp>
      <p:cxnSp>
        <p:nvCxn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C111004-958A-40FF-8279-995880548635}"/>
              </a:ext>
            </a:extLst>
          </p:cNvPr>
          <p:cNvCxnSpPr/>
          <p:nvPr/>
        </p:nvCxnSpPr>
        <p:spPr>
          <a:xfrm xmlns:a="http://schemas.openxmlformats.org/drawingml/2006/main">
            <a:off x="9067800" y="7543800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87A63"/>
            </a:solidFill>
            <a:tailEnd type="triangle" w="sm" len="sm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75DAB60-3EC7-4736-8EEB-3CB0E598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143750"/>
            <a:ext cx="2286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A63"/>
                </a:solidFill>
                <a:latin typeface="Arial"/>
                <a:ea typeface="Arial"/>
                <a:cs typeface="Arial"/>
              </a:rPr>
              <a:t>7.1  Checked explanation</a:t>
            </a:r>
          </a:p>
        </p:txBody>
      </p:sp>
      <p:cxnSp>
        <p:nvCxn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B2A6E97-7F79-45EE-AE9B-0EEB7281CDE1}"/>
              </a:ext>
            </a:extLst>
          </p:cNvPr>
          <p:cNvCxnSpPr/>
          <p:nvPr/>
        </p:nvCxnSpPr>
        <p:spPr>
          <a:xfrm xmlns:a="http://schemas.openxmlformats.org/drawingml/2006/main">
            <a:off x="10668000" y="7543800"/>
            <a:ext cx="1714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259A7"/>
            </a:solidFill>
            <a:tailEnd type="triangle" w="sm" len="sm"/>
          </a:ln>
        </p:spPr>
      </p:cxn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4ECD0C5-888A-4A91-AEDB-A070E240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7191375"/>
            <a:ext cx="2667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59A7"/>
                </a:solidFill>
                <a:latin typeface="Arial"/>
                <a:ea typeface="Arial"/>
                <a:cs typeface="Arial"/>
              </a:rPr>
              <a:t>8  Comparison and evidence</a:t>
            </a:r>
          </a:p>
        </p:txBody>
      </p:sp>
      <p:cxnSp>
        <p:nvCxn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0625FC6-D34B-43AF-8C7B-DF610E4D674C}"/>
              </a:ext>
            </a:extLst>
          </p:cNvPr>
          <p:cNvCxnSpPr/>
          <p:nvPr/>
        </p:nvCxnSpPr>
        <p:spPr>
          <a:xfrm xmlns:a="http://schemas.openxmlformats.org/drawingml/2006/main">
            <a:off x="10668000" y="7886700"/>
            <a:ext cx="1714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86471"/>
            </a:solidFill>
            <a:tailEnd type="triangle" w="sm" len="sm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7166B5D-DA31-412F-85CA-72B8392C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8048625"/>
            <a:ext cx="2286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586471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586471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586471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586471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586471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586471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586471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586471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586471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5864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8647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6471"/>
                </a:solidFill>
                <a:latin typeface="Arial"/>
                <a:ea typeface="Arial"/>
                <a:cs typeface="Arial"/>
              </a:rPr>
              <a:t>9  Service status (context)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C70AECB-AF6A-4CA0-9980-9300EDFE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895350"/>
            <a:ext cx="61912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586471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586471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586471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586471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586471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586471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586471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586471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586471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5864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8647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86471"/>
                </a:solidFill>
                <a:latin typeface="Arial"/>
                <a:ea typeface="Arial"/>
                <a:cs typeface="Arial"/>
              </a:rPr>
              <a:t>0  Research Configuration controls F.1–F.5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29BADB8-91DB-4671-90F0-EC4BF68C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0029825"/>
            <a:ext cx="1371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86471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471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471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471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471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471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471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471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471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4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4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471"/>
                </a:solidFill>
                <a:latin typeface="Arial"/>
                <a:ea typeface="Arial"/>
                <a:cs typeface="Arial"/>
              </a:rPr>
              <a:t>Native model: project 659, F.0 264782; F.1–F.5 269034–269038. Mechanisms are intentionally not allocated at this level.</a:t>
            </a:r>
          </a:p>
        </p:txBody>
      </p:sp>
    </p:spTree>
    <p:extLst>
      <p:ext uri="{BB962C8B-B14F-4D97-AF65-F5344CB8AC3E}">
        <p14:creationId xmlns:p14="http://schemas.microsoft.com/office/powerpoint/2010/main" val="7820787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0D0498D-0C8C-4F60-8F62-EE3B25DF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212C"/>
                </a:solidFill>
                <a:latin typeface="Arial"/>
                <a:ea typeface="Arial"/>
                <a:cs typeface="Arial"/>
              </a:rPr>
              <a:t>Numbered sequence at the first-level functional abstraction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84E3C5-4D1E-40A4-901B-F2030C3F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90550"/>
            <a:ext cx="1371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86471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86471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86471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86471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86471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86471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86471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86471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86471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864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864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471"/>
                </a:solidFill>
                <a:latin typeface="Arial"/>
                <a:ea typeface="Arial"/>
                <a:cs typeface="Arial"/>
              </a:rPr>
              <a:t>Logical function lifelines refine UC.1; they do not allocate physical mechanisms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F4F8B3-8B6F-4649-897B-C55784B3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047750"/>
            <a:ext cx="1238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9525">
            <a:solidFill>
              <a:srgbClr val="8394A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78BD71-A39F-420E-85D2-E76C8753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" y="1114425"/>
            <a:ext cx="1162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212C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28E47F-6154-4522-88CD-607C55CC3222}"/>
              </a:ext>
            </a:extLst>
          </p:cNvPr>
          <p:cNvCxnSpPr/>
          <p:nvPr/>
        </p:nvCxnSpPr>
        <p:spPr>
          <a:xfrm xmlns:a="http://schemas.openxmlformats.org/drawingml/2006/main">
            <a:off x="762000" y="1666875"/>
            <a:ext cx="0" cy="79533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C"/>
            </a:solidFill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ED6139-7374-444A-A70E-0C12AF6F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047750"/>
            <a:ext cx="1238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9525">
            <a:solidFill>
              <a:srgbClr val="8394A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F6F997-D83B-4BD0-AE92-7F9FAA26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114425"/>
            <a:ext cx="1162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212C"/>
                </a:solidFill>
                <a:latin typeface="Arial"/>
                <a:ea typeface="Arial"/>
                <a:cs typeface="Arial"/>
              </a:rPr>
              <a:t>F.1</a:t>
            </a:r>
          </a:p>
          <a:p xmlns:a="http://schemas.openxmlformats.org/drawingml/2006/main">
            <a: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212C"/>
                </a:solidFill>
                <a:latin typeface="Arial"/>
                <a:ea typeface="Arial"/>
                <a:cs typeface="Arial"/>
              </a:rPr>
              <a:t>Request</a:t>
            </a:r>
          </a:p>
        </p:txBody>
      </p: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6F04FB-5313-431E-85B9-C114CB0FE99D}"/>
              </a:ext>
            </a:extLst>
          </p:cNvPr>
          <p:cNvCxnSpPr/>
          <p:nvPr/>
        </p:nvCxnSpPr>
        <p:spPr>
          <a:xfrm xmlns:a="http://schemas.openxmlformats.org/drawingml/2006/main">
            <a:off x="2190750" y="1666875"/>
            <a:ext cx="0" cy="79533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C"/>
            </a:solidFill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B13F08-35B2-49B4-81C2-E135D3BF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047750"/>
            <a:ext cx="1238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9525">
            <a:solidFill>
              <a:srgbClr val="8394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9A4F8B-A155-40C0-BF01-4489FB1F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1114425"/>
            <a:ext cx="1162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212C"/>
                </a:solidFill>
                <a:latin typeface="Arial"/>
                <a:ea typeface="Arial"/>
                <a:cs typeface="Arial"/>
              </a:rPr>
              <a:t>F.2</a:t>
            </a:r>
          </a:p>
          <a:p xmlns:a="http://schemas.openxmlformats.org/drawingml/2006/main">
            <a: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212C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7E25F6-4DE0-4A3B-85F0-023943D68D87}"/>
              </a:ext>
            </a:extLst>
          </p:cNvPr>
          <p:cNvCxnSpPr/>
          <p:nvPr/>
        </p:nvCxnSpPr>
        <p:spPr>
          <a:xfrm xmlns:a="http://schemas.openxmlformats.org/drawingml/2006/main">
            <a:off x="3619500" y="1666875"/>
            <a:ext cx="0" cy="79533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C"/>
            </a:solidFill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B5A76B-50C2-471D-A325-116B7626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047750"/>
            <a:ext cx="1238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9525">
            <a:solidFill>
              <a:srgbClr val="8394A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CCD085-ADD0-4863-AC58-33836BCB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114425"/>
            <a:ext cx="1162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212C"/>
                </a:solidFill>
                <a:latin typeface="Arial"/>
                <a:ea typeface="Arial"/>
                <a:cs typeface="Arial"/>
              </a:rPr>
              <a:t>News</a:t>
            </a:r>
          </a:p>
          <a:p xmlns:a="http://schemas.openxmlformats.org/drawingml/2006/main">
            <a: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212C"/>
                </a:solidFill>
                <a:latin typeface="Arial"/>
                <a:ea typeface="Arial"/>
                <a:cs typeface="Arial"/>
              </a:rPr>
              <a:t>Provider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A4ACD1-8CFE-4F70-BA88-BDDE6D34E511}"/>
              </a:ext>
            </a:extLst>
          </p:cNvPr>
          <p:cNvCxnSpPr/>
          <p:nvPr/>
        </p:nvCxnSpPr>
        <p:spPr>
          <a:xfrm xmlns:a="http://schemas.openxmlformats.org/drawingml/2006/main">
            <a:off x="5048250" y="1666875"/>
            <a:ext cx="0" cy="79533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C"/>
            </a:solidFill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7C58FB-284B-4F8B-A253-7E2891DC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047750"/>
            <a:ext cx="1238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9525">
            <a:solidFill>
              <a:srgbClr val="8394A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DD5BB6-D2BE-4FEB-AB60-771F1B66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1114425"/>
            <a:ext cx="1162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212C"/>
                </a:solidFill>
                <a:latin typeface="Arial"/>
                <a:ea typeface="Arial"/>
                <a:cs typeface="Arial"/>
              </a:rPr>
              <a:t>Market</a:t>
            </a:r>
          </a:p>
          <a:p xmlns:a="http://schemas.openxmlformats.org/drawingml/2006/main">
            <a: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212C"/>
                </a:solidFill>
                <a:latin typeface="Arial"/>
                <a:ea typeface="Arial"/>
                <a:cs typeface="Arial"/>
              </a:rPr>
              <a:t>Provider</a:t>
            </a:r>
          </a:p>
        </p:txBody>
      </p: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BAA8BB-0908-4EBB-A560-57954BCD2DF8}"/>
              </a:ext>
            </a:extLst>
          </p:cNvPr>
          <p:cNvCxnSpPr/>
          <p:nvPr/>
        </p:nvCxnSpPr>
        <p:spPr>
          <a:xfrm xmlns:a="http://schemas.openxmlformats.org/drawingml/2006/main">
            <a:off x="6477000" y="1666875"/>
            <a:ext cx="0" cy="79533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C"/>
            </a:solidFill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B11922-5D80-4AA8-933C-D1B86456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047750"/>
            <a:ext cx="1238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9525">
            <a:solidFill>
              <a:srgbClr val="8394A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225C9E-7B71-4567-8B7B-3DC3EB98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114425"/>
            <a:ext cx="1162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212C"/>
                </a:solidFill>
                <a:latin typeface="Arial"/>
                <a:ea typeface="Arial"/>
                <a:cs typeface="Arial"/>
              </a:rPr>
              <a:t>F.3</a:t>
            </a:r>
          </a:p>
          <a:p xmlns:a="http://schemas.openxmlformats.org/drawingml/2006/main">
            <a: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212C"/>
                </a:solidFill>
                <a:latin typeface="Arial"/>
                <a:ea typeface="Arial"/>
                <a:cs typeface="Arial"/>
              </a:rPr>
              <a:t>Ranking</a:t>
            </a:r>
          </a:p>
        </p:txBody>
      </p: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900794-296E-49AE-AC34-51383EE0257D}"/>
              </a:ext>
            </a:extLst>
          </p:cNvPr>
          <p:cNvCxnSpPr/>
          <p:nvPr/>
        </p:nvCxnSpPr>
        <p:spPr>
          <a:xfrm xmlns:a="http://schemas.openxmlformats.org/drawingml/2006/main">
            <a:off x="7905750" y="1666875"/>
            <a:ext cx="0" cy="79533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C"/>
            </a:solidFill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B2FF68-7CDA-40CF-8649-DD73122C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047750"/>
            <a:ext cx="1238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9525">
            <a:solidFill>
              <a:srgbClr val="8394A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BA7EBA-28C7-4E9D-9130-57993A6D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114425"/>
            <a:ext cx="1162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212C"/>
                </a:solidFill>
                <a:latin typeface="Arial"/>
                <a:ea typeface="Arial"/>
                <a:cs typeface="Arial"/>
              </a:rPr>
              <a:t>F.4</a:t>
            </a:r>
          </a:p>
          <a:p xmlns:a="http://schemas.openxmlformats.org/drawingml/2006/main">
            <a: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212C"/>
                </a:solidFill>
                <a:latin typeface="Arial"/>
                <a:ea typeface="Arial"/>
                <a:cs typeface="Arial"/>
              </a:rPr>
              <a:t>AI check</a:t>
            </a:r>
          </a:p>
        </p:txBody>
      </p: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6FD442-0AE0-46F7-8EDC-F4E0299F5269}"/>
              </a:ext>
            </a:extLst>
          </p:cNvPr>
          <p:cNvCxnSpPr/>
          <p:nvPr/>
        </p:nvCxnSpPr>
        <p:spPr>
          <a:xfrm xmlns:a="http://schemas.openxmlformats.org/drawingml/2006/main">
            <a:off x="9334500" y="1666875"/>
            <a:ext cx="0" cy="79533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C"/>
            </a:solidFill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4B6908-4D09-46C2-98E8-0F488DF6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047750"/>
            <a:ext cx="1238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9525">
            <a:solidFill>
              <a:srgbClr val="8394A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A2EF0F-93FF-4547-898F-3B49637F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1114425"/>
            <a:ext cx="1162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212C"/>
                </a:solidFill>
                <a:latin typeface="Arial"/>
                <a:ea typeface="Arial"/>
                <a:cs typeface="Arial"/>
              </a:rPr>
              <a:t>AI Model</a:t>
            </a:r>
          </a:p>
          <a:p xmlns:a="http://schemas.openxmlformats.org/drawingml/2006/main">
            <a: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212C"/>
                </a:solidFill>
                <a:latin typeface="Arial"/>
                <a:ea typeface="Arial"/>
                <a:cs typeface="Arial"/>
              </a:rPr>
              <a:t>Service</a:t>
            </a:r>
          </a:p>
        </p:txBody>
      </p: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6DC912-38F4-49BF-B1AD-88A6F0F0DC19}"/>
              </a:ext>
            </a:extLst>
          </p:cNvPr>
          <p:cNvCxnSpPr/>
          <p:nvPr/>
        </p:nvCxnSpPr>
        <p:spPr>
          <a:xfrm xmlns:a="http://schemas.openxmlformats.org/drawingml/2006/main">
            <a:off x="10763250" y="1666875"/>
            <a:ext cx="0" cy="79533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C"/>
            </a:solidFill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C8CFC0-D2B9-470E-A3DA-1E271A22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1047750"/>
            <a:ext cx="1238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9525">
            <a:solidFill>
              <a:srgbClr val="8394A4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8242CC-CE8D-45F2-AAA7-C25743BA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1475" y="1114425"/>
            <a:ext cx="1162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212C"/>
                </a:solidFill>
                <a:latin typeface="Arial"/>
                <a:ea typeface="Arial"/>
                <a:cs typeface="Arial"/>
              </a:rPr>
              <a:t>F.5</a:t>
            </a:r>
          </a:p>
          <a:p xmlns:a="http://schemas.openxmlformats.org/drawingml/2006/main">
            <a:pPr>
              <a:defRPr sz="127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212C"/>
                </a:solidFill>
                <a:latin typeface="Arial"/>
                <a:ea typeface="Arial"/>
                <a:cs typeface="Arial"/>
              </a:rPr>
              <a:t>Display</a:t>
            </a:r>
          </a:p>
        </p:txBody>
      </p: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AF79BD-65B0-4989-BD67-C6BF6875E983}"/>
              </a:ext>
            </a:extLst>
          </p:cNvPr>
          <p:cNvCxnSpPr/>
          <p:nvPr/>
        </p:nvCxnSpPr>
        <p:spPr>
          <a:xfrm xmlns:a="http://schemas.openxmlformats.org/drawingml/2006/main">
            <a:off x="12382500" y="1666875"/>
            <a:ext cx="0" cy="79533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C"/>
            </a:solidFill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F4535A-A439-4DD7-8C78-0B14B147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1047750"/>
            <a:ext cx="1047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9525">
            <a:solidFill>
              <a:srgbClr val="8394A4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6D4DFC-72A2-4D39-8697-1117EBC0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4975" y="1114425"/>
            <a:ext cx="971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212C"/>
                </a:solidFill>
                <a:latin typeface="Arial"/>
                <a:ea typeface="Arial"/>
                <a:cs typeface="Arial"/>
              </a:rPr>
              <a:t>System</a:t>
            </a:r>
          </a:p>
          <a:p xmlns:a="http://schemas.openxmlformats.org/drawingml/2006/main">
            <a:pPr>
              <a:defRPr sz="112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212C"/>
                </a:solidFill>
                <a:latin typeface="Arial"/>
                <a:ea typeface="Arial"/>
                <a:cs typeface="Arial"/>
              </a:rPr>
              <a:t>Maintainer</a:t>
            </a:r>
          </a:p>
        </p:txBody>
      </p: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8AF54C-F7DF-490F-9F73-F637FC478B07}"/>
              </a:ext>
            </a:extLst>
          </p:cNvPr>
          <p:cNvCxnSpPr/>
          <p:nvPr/>
        </p:nvCxnSpPr>
        <p:spPr>
          <a:xfrm xmlns:a="http://schemas.openxmlformats.org/drawingml/2006/main">
            <a:off x="13620750" y="1666875"/>
            <a:ext cx="0" cy="79533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4DC"/>
            </a:solidFill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8F42F7-4E0F-4146-853B-F7CCBC11E467}"/>
              </a:ext>
            </a:extLst>
          </p:cNvPr>
          <p:cNvCxnSpPr/>
          <p:nvPr/>
        </p:nvCxnSpPr>
        <p:spPr>
          <a:xfrm xmlns:a="http://schemas.openxmlformats.org/drawingml/2006/main">
            <a:off x="2190750" y="2095500"/>
            <a:ext cx="11430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86471"/>
            </a:solidFill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ACD7AA-41AD-45A1-9424-084AEA05B1A9}"/>
              </a:ext>
            </a:extLst>
          </p:cNvPr>
          <p:cNvCxnSpPr/>
          <p:nvPr/>
        </p:nvCxnSpPr>
        <p:spPr>
          <a:xfrm xmlns:a="http://schemas.openxmlformats.org/drawingml/2006/main">
            <a:off x="2190750" y="2095500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86471"/>
            </a:solidFill>
            <a:tailEnd type="triangle" w="sm" len="sm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BE6EDB-99A2-4CB9-A7A6-46851B44BC9C}"/>
              </a:ext>
            </a:extLst>
          </p:cNvPr>
          <p:cNvCxnSpPr/>
          <p:nvPr/>
        </p:nvCxnSpPr>
        <p:spPr>
          <a:xfrm xmlns:a="http://schemas.openxmlformats.org/drawingml/2006/main">
            <a:off x="3619500" y="2095500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86471"/>
            </a:solidFill>
            <a:tailEnd type="triangle" w="sm" len="sm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4140E41-94D2-4089-8787-EA2EDCC9D5F8}"/>
              </a:ext>
            </a:extLst>
          </p:cNvPr>
          <p:cNvCxnSpPr/>
          <p:nvPr/>
        </p:nvCxnSpPr>
        <p:spPr>
          <a:xfrm xmlns:a="http://schemas.openxmlformats.org/drawingml/2006/main">
            <a:off x="7905750" y="2095500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86471"/>
            </a:solidFill>
            <a:tailEnd type="triangle" w="sm" len="sm"/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44FD88-EEC9-45B3-BDD3-90866302BFD9}"/>
              </a:ext>
            </a:extLst>
          </p:cNvPr>
          <p:cNvCxnSpPr/>
          <p:nvPr/>
        </p:nvCxnSpPr>
        <p:spPr>
          <a:xfrm xmlns:a="http://schemas.openxmlformats.org/drawingml/2006/main">
            <a:off x="9334500" y="2095500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86471"/>
            </a:solidFill>
            <a:tailEnd type="triangle" w="sm" len="sm"/>
          </a:ln>
        </p:spPr>
      </p:cxn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AEDCD7-23EF-4503-9D0A-4142B9E4DB2C}"/>
              </a:ext>
            </a:extLst>
          </p:cNvPr>
          <p:cNvCxnSpPr/>
          <p:nvPr/>
        </p:nvCxnSpPr>
        <p:spPr>
          <a:xfrm xmlns:a="http://schemas.openxmlformats.org/drawingml/2006/main">
            <a:off x="12382500" y="2095500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86471"/>
            </a:solidFill>
            <a:tailEnd type="triangle" w="sm" len="sm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29E207-EEA8-451E-96CD-850836C8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781175"/>
            <a:ext cx="1066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586471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586471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586471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586471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586471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586471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586471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586471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586471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5864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58647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86471"/>
                </a:solidFill>
                <a:latin typeface="Arial"/>
                <a:ea typeface="Arial"/>
                <a:cs typeface="Arial"/>
              </a:rPr>
              <a:t>0  IO.10 Research Configuration — control on F.1–F.5</a:t>
            </a:r>
          </a:p>
        </p:txBody>
      </p: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C8E17CE-3BE4-4C99-AEBD-78AC542CFC63}"/>
              </a:ext>
            </a:extLst>
          </p:cNvPr>
          <p:cNvCxnSpPr/>
          <p:nvPr/>
        </p:nvCxnSpPr>
        <p:spPr>
          <a:xfrm xmlns:a="http://schemas.openxmlformats.org/drawingml/2006/main">
            <a:off x="762000" y="266700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259A7"/>
            </a:solidFill>
            <a:tailEnd type="triangle" w="sm" len="sm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8701841-DCCA-4268-A935-A4472D2B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59A7"/>
                </a:solidFill>
                <a:latin typeface="Arial"/>
                <a:ea typeface="Arial"/>
                <a:cs typeface="Arial"/>
              </a:rPr>
              <a:t>1  Stock pair and date</a:t>
            </a:r>
          </a:p>
        </p:txBody>
      </p: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557FEDB-8B7C-405E-AA2A-F7517C2ABF43}"/>
              </a:ext>
            </a:extLst>
          </p:cNvPr>
          <p:cNvCxnSpPr/>
          <p:nvPr/>
        </p:nvCxnSpPr>
        <p:spPr>
          <a:xfrm xmlns:a="http://schemas.openxmlformats.org/drawingml/2006/main">
            <a:off x="2190750" y="319087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A63"/>
            </a:solidFill>
            <a:tailEnd type="triangle" w="sm" len="sm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E97ECB0-49DA-4461-AA80-FCA0D28D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3370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A63"/>
                </a:solidFill>
                <a:latin typeface="Arial"/>
                <a:ea typeface="Arial"/>
                <a:cs typeface="Arial"/>
              </a:rPr>
              <a:t>1.1  IF.01 validated request</a:t>
            </a:r>
          </a:p>
        </p:txBody>
      </p:sp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154B0AA-28FE-4755-BD2D-532CB3046676}"/>
              </a:ext>
            </a:extLst>
          </p:cNvPr>
          <p:cNvCxnSpPr/>
          <p:nvPr/>
        </p:nvCxnSpPr>
        <p:spPr>
          <a:xfrm xmlns:a="http://schemas.openxmlformats.org/drawingml/2006/main">
            <a:off x="3619500" y="371475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259A7"/>
            </a:solidFill>
            <a:tailEnd type="triangle" w="sm" len="sm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26F2C28-189D-467F-BE52-4BF6E087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57575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59A7"/>
                </a:solidFill>
                <a:latin typeface="Arial"/>
                <a:ea typeface="Arial"/>
                <a:cs typeface="Arial"/>
              </a:rPr>
              <a:t>2  IO.04 news query</a:t>
            </a:r>
          </a:p>
        </p:txBody>
      </p:sp>
      <p:cxnSp>
        <p:nvCxn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60B9957-4882-4F82-B4EC-2B6E6CE7601E}"/>
              </a:ext>
            </a:extLst>
          </p:cNvPr>
          <p:cNvCxnSpPr/>
          <p:nvPr/>
        </p:nvCxnSpPr>
        <p:spPr>
          <a:xfrm xmlns:a="http://schemas.openxmlformats.org/drawingml/2006/main">
            <a:off x="3619500" y="4238625"/>
            <a:ext cx="2857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259A7"/>
            </a:solidFill>
            <a:tailEnd type="triangle" w="sm" len="sm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24C8C08-A069-4DFB-8C4A-107AE2A6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9814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59A7"/>
                </a:solidFill>
                <a:latin typeface="Arial"/>
                <a:ea typeface="Arial"/>
                <a:cs typeface="Arial"/>
              </a:rPr>
              <a:t>3  IO.03 market query</a:t>
            </a:r>
          </a:p>
        </p:txBody>
      </p:sp>
      <p:cxnSp>
        <p:nvCxn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DE2C580-A99F-46F9-9C35-21BB6A2A4F67}"/>
              </a:ext>
            </a:extLst>
          </p:cNvPr>
          <p:cNvCxnSpPr/>
          <p:nvPr/>
        </p:nvCxnSpPr>
        <p:spPr>
          <a:xfrm xmlns:a="http://schemas.openxmlformats.org/drawingml/2006/main">
            <a:off x="3619500" y="4762500"/>
            <a:ext cx="2857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259A7"/>
            </a:solidFill>
            <a:headEnd type="triangle" w="sm" len="sm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225E9D2-7974-46DE-A281-5C427CE3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505325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59A7"/>
                </a:solidFill>
                <a:latin typeface="Arial"/>
                <a:ea typeface="Arial"/>
                <a:cs typeface="Arial"/>
              </a:rPr>
              <a:t>4  IO.07 dated market records</a:t>
            </a:r>
          </a:p>
        </p:txBody>
      </p:sp>
      <p:cxnSp>
        <p:nvCxn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969A9DB-3EE9-4D2C-AE28-E6EA9C108261}"/>
              </a:ext>
            </a:extLst>
          </p:cNvPr>
          <p:cNvCxnSpPr/>
          <p:nvPr/>
        </p:nvCxnSpPr>
        <p:spPr>
          <a:xfrm xmlns:a="http://schemas.openxmlformats.org/drawingml/2006/main">
            <a:off x="3619500" y="528637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259A7"/>
            </a:solidFill>
            <a:headEnd type="triangle" w="sm" len="sm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91784D0-8330-484B-99D0-B8BD1EED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02920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59A7"/>
                </a:solidFill>
                <a:latin typeface="Arial"/>
                <a:ea typeface="Arial"/>
                <a:cs typeface="Arial"/>
              </a:rPr>
              <a:t>5  IO.08 dated news evidence</a:t>
            </a:r>
          </a:p>
        </p:txBody>
      </p:sp>
      <p:cxnSp>
        <p:nvCxn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7D6A217-2961-4FB3-B524-83DD9564ED9F}"/>
              </a:ext>
            </a:extLst>
          </p:cNvPr>
          <p:cNvCxnSpPr/>
          <p:nvPr/>
        </p:nvCxnSpPr>
        <p:spPr>
          <a:xfrm xmlns:a="http://schemas.openxmlformats.org/drawingml/2006/main">
            <a:off x="3619500" y="5810250"/>
            <a:ext cx="4286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A63"/>
            </a:solidFill>
            <a:tailEnd type="triangle" w="sm" len="sm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6AE92BC-8EAF-46ED-A06B-64AC5DCC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553075"/>
            <a:ext cx="419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A63"/>
                </a:solidFill>
                <a:latin typeface="Arial"/>
                <a:ea typeface="Arial"/>
                <a:cs typeface="Arial"/>
              </a:rPr>
              <a:t>5.1  IF.02 validated evidence</a:t>
            </a:r>
          </a:p>
        </p:txBody>
      </p:sp>
      <p:cxnSp>
        <p:nvCxn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61DE576-C8B9-4DB7-9A8A-2B633C410BEA}"/>
              </a:ext>
            </a:extLst>
          </p:cNvPr>
          <p:cNvCxnSpPr/>
          <p:nvPr/>
        </p:nvCxnSpPr>
        <p:spPr>
          <a:xfrm xmlns:a="http://schemas.openxmlformats.org/drawingml/2006/main">
            <a:off x="7905750" y="633412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A63"/>
            </a:solidFill>
            <a:tailEnd type="triangle" w="sm" len="sm"/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01E45A2-D427-494B-9891-9076A93D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60769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A63"/>
                </a:solidFill>
                <a:latin typeface="Arial"/>
                <a:ea typeface="Arial"/>
                <a:cs typeface="Arial"/>
              </a:rPr>
              <a:t>5.2  IF.03 computed record</a:t>
            </a:r>
          </a:p>
        </p:txBody>
      </p:sp>
      <p:cxnSp>
        <p:nvCxn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C383779-7133-4731-BD7A-F32EDF9C14C2}"/>
              </a:ext>
            </a:extLst>
          </p:cNvPr>
          <p:cNvCxnSpPr/>
          <p:nvPr/>
        </p:nvCxnSpPr>
        <p:spPr>
          <a:xfrm xmlns:a="http://schemas.openxmlformats.org/drawingml/2006/main">
            <a:off x="7905750" y="6858000"/>
            <a:ext cx="4476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A63"/>
            </a:solidFill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3B868FD-EF7F-4FF9-A244-BB131C0F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6600825"/>
            <a:ext cx="438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A63"/>
                </a:solidFill>
                <a:latin typeface="Arial"/>
                <a:ea typeface="Arial"/>
                <a:cs typeface="Arial"/>
              </a:rPr>
              <a:t>5.3  IF.03 same record to display</a:t>
            </a:r>
          </a:p>
        </p:txBody>
      </p:sp>
      <p:cxnSp>
        <p:nvCxn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998E6C7-3C6B-4D93-9AA6-AB50158D6A2F}"/>
              </a:ext>
            </a:extLst>
          </p:cNvPr>
          <p:cNvCxnSpPr/>
          <p:nvPr/>
        </p:nvCxnSpPr>
        <p:spPr>
          <a:xfrm xmlns:a="http://schemas.openxmlformats.org/drawingml/2006/main">
            <a:off x="9334500" y="738187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259A7"/>
            </a:solidFill>
            <a:tailEnd type="triangle" w="sm" len="sm"/>
          </a:ln>
        </p:spPr>
      </p:cxn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A167298-E1F7-41FC-BF73-AD09B7CE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12470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59A7"/>
                </a:solidFill>
                <a:latin typeface="Arial"/>
                <a:ea typeface="Arial"/>
                <a:cs typeface="Arial"/>
              </a:rPr>
              <a:t>6  IO.05 score-evidence package</a:t>
            </a:r>
          </a:p>
        </p:txBody>
      </p:sp>
      <p:cxnSp>
        <p:nvCxn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4419BEC-9CB1-45DC-BBB1-E4AF82855687}"/>
              </a:ext>
            </a:extLst>
          </p:cNvPr>
          <p:cNvCxnSpPr/>
          <p:nvPr/>
        </p:nvCxnSpPr>
        <p:spPr>
          <a:xfrm xmlns:a="http://schemas.openxmlformats.org/drawingml/2006/main">
            <a:off x="9334500" y="790575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259A7"/>
            </a:solidFill>
            <a:headEnd type="triangle" w="sm" len="sm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353A696-E0D0-4D90-B6BE-A581A8D8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648575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59A7"/>
                </a:solidFill>
                <a:latin typeface="Arial"/>
                <a:ea typeface="Arial"/>
                <a:cs typeface="Arial"/>
              </a:rPr>
              <a:t>7  IO.09 AI explanation</a:t>
            </a:r>
          </a:p>
        </p:txBody>
      </p:sp>
      <p:cxnSp>
        <p:nvCxn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5CAC4DA-384A-4943-B4C7-D44319DD7A16}"/>
              </a:ext>
            </a:extLst>
          </p:cNvPr>
          <p:cNvCxnSpPr/>
          <p:nvPr/>
        </p:nvCxnSpPr>
        <p:spPr>
          <a:xfrm xmlns:a="http://schemas.openxmlformats.org/drawingml/2006/main">
            <a:off x="9334500" y="8429625"/>
            <a:ext cx="3048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A63"/>
            </a:solidFill>
            <a:tailEnd type="triangle" w="sm" len="sm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0CD56DA-7678-4281-BB6B-CDA418BB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81724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A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A63"/>
                </a:solidFill>
                <a:latin typeface="Arial"/>
                <a:ea typeface="Arial"/>
                <a:cs typeface="Arial"/>
              </a:rPr>
              <a:t>7.1  IF.04 checked explanation / availability</a:t>
            </a:r>
          </a:p>
        </p:txBody>
      </p:sp>
      <p:cxnSp>
        <p:nvCxn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5444881-6067-4CAA-BF1D-D4FA7D903FED}"/>
              </a:ext>
            </a:extLst>
          </p:cNvPr>
          <p:cNvCxnSpPr/>
          <p:nvPr/>
        </p:nvCxnSpPr>
        <p:spPr>
          <a:xfrm xmlns:a="http://schemas.openxmlformats.org/drawingml/2006/main">
            <a:off x="762000" y="8953500"/>
            <a:ext cx="11620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259A7"/>
            </a:solidFill>
            <a:headEnd type="triangle" w="sm" len="sm"/>
          </a:ln>
        </p:spPr>
      </p:cxn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CD449CC-A286-4B75-9D86-15BFCD42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696325"/>
            <a:ext cx="1152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259A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59A7"/>
                </a:solidFill>
                <a:latin typeface="Arial"/>
                <a:ea typeface="Arial"/>
                <a:cs typeface="Arial"/>
              </a:rPr>
              <a:t>8  IO.02 comparison and evidence</a:t>
            </a:r>
          </a:p>
        </p:txBody>
      </p:sp>
      <p:cxnSp>
        <p:nvCxn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318355E-C9FA-42D4-B9D9-BE65CD9585C6}"/>
              </a:ext>
            </a:extLst>
          </p:cNvPr>
          <p:cNvCxnSpPr/>
          <p:nvPr/>
        </p:nvCxnSpPr>
        <p:spPr>
          <a:xfrm xmlns:a="http://schemas.openxmlformats.org/drawingml/2006/main">
            <a:off x="12382500" y="9448800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86471"/>
            </a:solidFill>
            <a:tailEnd type="triangle" w="sm" len="sm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D2CDA9C-8CE5-40FD-9C0C-B68E39EF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9172575"/>
            <a:ext cx="37623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586471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586471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586471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586471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586471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586471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586471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586471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586471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5864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5864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86471"/>
                </a:solidFill>
                <a:latin typeface="Arial"/>
                <a:ea typeface="Arial"/>
                <a:cs typeface="Arial"/>
              </a:rPr>
              <a:t>9  IO.06 Service status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25DC41F-2A09-4892-ABA5-F73FA758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810750"/>
            <a:ext cx="1362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6212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212C"/>
                </a:solidFill>
                <a:latin typeface="Arial"/>
                <a:ea typeface="Arial"/>
                <a:cs typeface="Arial"/>
              </a:rPr>
              <a:t>End: UC.1.8 user inspects the already displayed drivers and citations; no additional request is invented.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3D3A09B-B91D-4005-9F89-9B7C5696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0191750"/>
            <a:ext cx="1362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86471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471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471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471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471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471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471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471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471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4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4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471"/>
                </a:solidFill>
                <a:latin typeface="Arial"/>
                <a:ea typeface="Arial"/>
                <a:cs typeface="Arial"/>
              </a:rPr>
              <a:t>Gray exchanges 0 and 9 are maintained control/status context. Blue and green exchanges form the nominal user trace.</a:t>
            </a:r>
          </a:p>
        </p:txBody>
      </p:sp>
    </p:spTree>
    <p:extLst>
      <p:ext uri="{BB962C8B-B14F-4D97-AF65-F5344CB8AC3E}">
        <p14:creationId xmlns:p14="http://schemas.microsoft.com/office/powerpoint/2010/main" val="16361961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2026-10-23T02:44:48.0900000Z</dcterms:created>
  <dcterms:modified xsi:type="dcterms:W3CDTF">2026-10-23T02:44:48.0900000Z</dcterms:modified>
</coreProperties>
</file>