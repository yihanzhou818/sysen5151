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daf7aa61b046d1" /><Relationship Type="http://schemas.openxmlformats.org/officeDocument/2006/relationships/extended-properties" Target="/docProps/app.xml" Id="Rd8e90ff523c74d1a" /><Relationship Type="http://schemas.openxmlformats.org/officeDocument/2006/relationships/officeDocument" Target="/ppt/presentation.xml" Id="Rd26d42c4d6b74a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7da985d0214445"/>
  </p:sldMasterIdLst>
  <p:notesMasterIdLst>
    <p:notesMasterId xmlns:r="http://schemas.openxmlformats.org/officeDocument/2006/relationships" r:id="Rd0d9fd84bce84fd1"/>
  </p:notesMasterIdLst>
  <p:sldIdLst>
    <p:sldId xmlns:r="http://schemas.openxmlformats.org/officeDocument/2006/relationships" id="256" r:id="R639dd3ee3f62498d"/>
    <p:sldId xmlns:r="http://schemas.openxmlformats.org/officeDocument/2006/relationships" id="257" r:id="R9a0554176b7a4f29"/>
  </p:sldIdLst>
  <p:sldSz cx="14287500" cy="10477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a09da552a54930" /><Relationship Type="http://schemas.openxmlformats.org/officeDocument/2006/relationships/slideMaster" Target="/ppt/slideMasters/slideMaster1.xml" Id="R9b7da985d0214445" /><Relationship Type="http://schemas.openxmlformats.org/officeDocument/2006/relationships/notesMaster" Target="/ppt/notesMasters/notesMaster1.xml" Id="Rd0d9fd84bce84fd1" /><Relationship Type="http://schemas.openxmlformats.org/officeDocument/2006/relationships/presProps" Target="/ppt/presProps.xml" Id="R912527341bc147ad" /><Relationship Type="http://schemas.openxmlformats.org/officeDocument/2006/relationships/tableStyles" Target="/ppt/tableStyles.xml" Id="R10d00a25e7bc47d2" /><Relationship Type="http://schemas.openxmlformats.org/officeDocument/2006/relationships/slide" Target="/ppt/slides/slide1.xml" Id="R639dd3ee3f62498d" /><Relationship Type="http://schemas.openxmlformats.org/officeDocument/2006/relationships/slide" Target="/ppt/slides/slide2.xml" Id="R9a0554176b7a4f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f8c6468a2943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f9956137574fd0" /><Relationship Type="http://schemas.openxmlformats.org/officeDocument/2006/relationships/notesMaster" Target="/ppt/notesMasters/notesMaster1.xml" Id="Rd74335974d4e47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96b18776894de8" /><Relationship Type="http://schemas.openxmlformats.org/officeDocument/2006/relationships/notesMaster" Target="/ppt/notesMasters/notesMaster1.xml" Id="R4229a69e38a84b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https://cloud.innoslate.com/cornell/p/659/diagrams/idef0/264782 . The base is an unchanged native PNG export. Editable numbered and colored connectors are PowerPoint annotations implementing Lab Manual 6.2.1. Numbers 1–8 are the selected research trace; 0 and 9 document inherited configuration and maintenance context. Internal steps 1.1, 5.1, 5.2, 5.3 and 7.1 correspond to the verified IF.01–IF.04 relations. IF.03 has two receiving functions.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sequence annotation based on saved UC.1 action/sequence entities 185145 and native first-level IDEF0 264782. Each label is unique. The query branches may execute concurrently; numbered order is one legal linearization. Internal IF.03 branches 5.2 and 5.3 carry the same authoritative computed record; the AI result cannot change that record. No physical allocation is implied by logical function lifelines.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a55ce155941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901caf2a6a4de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d6601bfbb845c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783de85f2e43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0c690f95a149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c12312bbc4f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C1B7AB-FC61-4126-B3FD-99EFDC42D1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428750" y="3958167"/>
            <a:ext cx="11430000" cy="15134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6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DD07344-1F8B-4E02-89EC-FC37A045FAD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143125" y="5762625"/>
            <a:ext cx="10001250" cy="11641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5F19829-B9E0-4E9E-BDF2-AEA82463BD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428750" y="4365625"/>
            <a:ext cx="11430000" cy="174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92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7E673F-F166-4B4F-86F6-3162D35B76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03672" y="814917"/>
            <a:ext cx="12680156" cy="12805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2FEC95-2C02-4926-8AF3-610CA4E510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03672" y="2910417"/>
            <a:ext cx="12680156" cy="6519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678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2507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8226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3945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9664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05382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41101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76820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1253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6432458-0EE8-43C1-90DD-27E21D4D9A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03672" y="814917"/>
            <a:ext cx="12680156" cy="12805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C29385-FC80-4EDF-83F3-C56487BF8C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03672" y="2910417"/>
            <a:ext cx="5893594" cy="6519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678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2507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8226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3945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9664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05382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41101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76820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1253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F4C5AF1-9FF1-431B-A9E7-C78837D91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590234" y="2910417"/>
            <a:ext cx="5893594" cy="6519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678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2507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8226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3945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9664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05382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41101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76820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1253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46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66E449-1D8D-4E23-A85E-3C423C6C56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03672" y="814917"/>
            <a:ext cx="12680156" cy="12805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8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B170E9-00E7-4A5B-8BCE-E1D8826581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03672" y="2910417"/>
            <a:ext cx="5893594" cy="6519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678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2507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8226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3945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9664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053828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411016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768203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125391" indent="-267891" algn="l">
              <a:lnSpc>
                <a:spcPct val="110000"/>
              </a:lnSpc>
              <a:spcBef>
                <a:spcPts val="0"/>
              </a:spcBef>
              <a:spcAft>
                <a:spcPts val="1406"/>
              </a:spcAft>
              <a:buChar char="•"/>
              <a:defRPr sz="2637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291889c549459f" /><Relationship Type="http://schemas.openxmlformats.org/officeDocument/2006/relationships/slideLayout" Target="/ppt/slideLayouts/slideLayout1.xml" Id="Raed5051db20e4685" /><Relationship Type="http://schemas.openxmlformats.org/officeDocument/2006/relationships/slideLayout" Target="/ppt/slideLayouts/slideLayout2.xml" Id="R86f762c83bc34743" /><Relationship Type="http://schemas.openxmlformats.org/officeDocument/2006/relationships/slideLayout" Target="/ppt/slideLayouts/slideLayout3.xml" Id="R0d657a5e0f0245df" /><Relationship Type="http://schemas.openxmlformats.org/officeDocument/2006/relationships/slideLayout" Target="/ppt/slideLayouts/slideLayout4.xml" Id="Rc5d694adbe054fe6" /><Relationship Type="http://schemas.openxmlformats.org/officeDocument/2006/relationships/slideLayout" Target="/ppt/slideLayouts/slideLayout5.xml" Id="Rcf13293f117249ed" /><Relationship Type="http://schemas.openxmlformats.org/officeDocument/2006/relationships/slideLayout" Target="/ppt/slideLayouts/slideLayout6.xml" Id="R3db9ed17d2664c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d5051db20e4685"/>
    <p:sldLayoutId xmlns:r="http://schemas.openxmlformats.org/officeDocument/2006/relationships" id="2147483650" r:id="R86f762c83bc34743"/>
    <p:sldLayoutId xmlns:r="http://schemas.openxmlformats.org/officeDocument/2006/relationships" id="2147483651" r:id="R0d657a5e0f0245df"/>
    <p:sldLayoutId xmlns:r="http://schemas.openxmlformats.org/officeDocument/2006/relationships" id="2147483652" r:id="Rc5d694adbe054fe6"/>
    <p:sldLayoutId xmlns:r="http://schemas.openxmlformats.org/officeDocument/2006/relationships" id="2147483653" r:id="Rcf13293f117249ed"/>
    <p:sldLayoutId xmlns:r="http://schemas.openxmlformats.org/officeDocument/2006/relationships" id="2147483654" r:id="R3db9ed17d2664c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5a37dca96a42cd" /><Relationship Type="http://schemas.openxmlformats.org/officeDocument/2006/relationships/image" Target="/ppt/media/image.png" Id="R44fadb3aa80146ee" /><Relationship Type="http://schemas.openxmlformats.org/officeDocument/2006/relationships/notesSlide" Target="/ppt/notesSlides/notesSlide1.xml" Id="R4ce3ff6cbe6243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51f85a7df643fd" /><Relationship Type="http://schemas.openxmlformats.org/officeDocument/2006/relationships/notesSlide" Target="/ppt/notesSlides/notesSlide2.xml" Id="R81121f0d9e0347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9BE826A-6672-4281-A2C4-ECF6DFFF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14300"/>
            <a:ext cx="1371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UC.1 direct trace through the saved first-level IDEF0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14D8F-78B6-4D89-9A1B-4F428BAB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42925"/>
            <a:ext cx="1371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6212C"/>
                </a:solidFill>
                <a:latin typeface="Arial"/>
                <a:ea typeface="Arial"/>
                <a:cs typeface="Arial"/>
              </a:rPr>
              <a:t>Blue: inherited exchanges   Green: first-level internal flows   Gray: configuration / maintenance context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ADE91-0B14-4E8E-A95F-4FD86E7F6A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adb3aa80146ee"/>
          <a:stretch xmlns:a="http://schemas.openxmlformats.org/drawingml/2006/main"/>
        </p:blipFill>
        <p:spPr>
          <a:xfrm xmlns:a="http://schemas.openxmlformats.org/drawingml/2006/main">
            <a:off x="190500" y="952500"/>
            <a:ext cx="13620750" cy="90868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AA0D1-3322-4FC2-8C79-6E027A93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813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6A8D2-2A30-458D-89D8-033BA0F8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00600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5645A-F4E5-4B95-9D14-6922BD2C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905500"/>
            <a:ext cx="16668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9C4AC-BA02-4F22-B010-E3DC1A7F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715125"/>
            <a:ext cx="16668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DB98A-72BC-42BF-AD0F-E75C744E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704850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17AE9-AA59-48D5-BA79-A935CEFF09E8}"/>
              </a:ext>
            </a:extLst>
          </p:cNvPr>
          <p:cNvCxnSpPr/>
          <p:nvPr/>
        </p:nvCxnSpPr>
        <p:spPr>
          <a:xfrm xmlns:a="http://schemas.openxmlformats.org/drawingml/2006/main">
            <a:off x="3314700" y="12573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62337-407F-4B1F-A77C-8809D2B01808}"/>
              </a:ext>
            </a:extLst>
          </p:cNvPr>
          <p:cNvCxnSpPr/>
          <p:nvPr/>
        </p:nvCxnSpPr>
        <p:spPr>
          <a:xfrm xmlns:a="http://schemas.openxmlformats.org/drawingml/2006/main">
            <a:off x="3314700" y="1409700"/>
            <a:ext cx="6858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131FA-B0AB-445F-9C65-4557158D5885}"/>
              </a:ext>
            </a:extLst>
          </p:cNvPr>
          <p:cNvCxnSpPr/>
          <p:nvPr/>
        </p:nvCxnSpPr>
        <p:spPr>
          <a:xfrm xmlns:a="http://schemas.openxmlformats.org/drawingml/2006/main">
            <a:off x="3314700" y="1409700"/>
            <a:ext cx="0" cy="12573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  <a:tailEnd type="triangle" w="sm" len="sm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B2D7B9-5346-4D01-9CB1-F4ECBE1DFB2E}"/>
              </a:ext>
            </a:extLst>
          </p:cNvPr>
          <p:cNvCxnSpPr/>
          <p:nvPr/>
        </p:nvCxnSpPr>
        <p:spPr>
          <a:xfrm xmlns:a="http://schemas.openxmlformats.org/drawingml/2006/main">
            <a:off x="5029200" y="1409700"/>
            <a:ext cx="0" cy="2438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CCF846-B051-4EFE-B002-0EADFBA64E63}"/>
              </a:ext>
            </a:extLst>
          </p:cNvPr>
          <p:cNvCxnSpPr/>
          <p:nvPr/>
        </p:nvCxnSpPr>
        <p:spPr>
          <a:xfrm xmlns:a="http://schemas.openxmlformats.org/drawingml/2006/main">
            <a:off x="6743700" y="1409700"/>
            <a:ext cx="0" cy="36195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443FC9-81B2-44F1-8992-9377C980A599}"/>
              </a:ext>
            </a:extLst>
          </p:cNvPr>
          <p:cNvCxnSpPr/>
          <p:nvPr/>
        </p:nvCxnSpPr>
        <p:spPr>
          <a:xfrm xmlns:a="http://schemas.openxmlformats.org/drawingml/2006/main">
            <a:off x="8458200" y="1409700"/>
            <a:ext cx="0" cy="48006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A9992-1137-4CE3-AE15-236766D13445}"/>
              </a:ext>
            </a:extLst>
          </p:cNvPr>
          <p:cNvCxnSpPr/>
          <p:nvPr/>
        </p:nvCxnSpPr>
        <p:spPr>
          <a:xfrm xmlns:a="http://schemas.openxmlformats.org/drawingml/2006/main">
            <a:off x="10172700" y="1409700"/>
            <a:ext cx="0" cy="5981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8D004-B0C5-4FD4-B986-0146E7AF29D3}"/>
              </a:ext>
            </a:extLst>
          </p:cNvPr>
          <p:cNvCxnSpPr/>
          <p:nvPr/>
        </p:nvCxnSpPr>
        <p:spPr>
          <a:xfrm xmlns:a="http://schemas.openxmlformats.org/drawingml/2006/main">
            <a:off x="1295400" y="3009900"/>
            <a:ext cx="1562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94F37C-14D4-459B-94CF-533B88F3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14625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1  Pair and date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52028-0EE8-4481-8D41-D7B7A03006CD}"/>
              </a:ext>
            </a:extLst>
          </p:cNvPr>
          <p:cNvCxnSpPr/>
          <p:nvPr/>
        </p:nvCxnSpPr>
        <p:spPr>
          <a:xfrm xmlns:a="http://schemas.openxmlformats.org/drawingml/2006/main">
            <a:off x="3810000" y="3009900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EB42BC-BE84-4231-B8D2-2B462D30AEC0}"/>
              </a:ext>
            </a:extLst>
          </p:cNvPr>
          <p:cNvCxnSpPr/>
          <p:nvPr/>
        </p:nvCxnSpPr>
        <p:spPr>
          <a:xfrm xmlns:a="http://schemas.openxmlformats.org/drawingml/2006/main">
            <a:off x="4000500" y="3009900"/>
            <a:ext cx="0" cy="8763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C3319-7CC6-472D-8903-524CC7A738D8}"/>
              </a:ext>
            </a:extLst>
          </p:cNvPr>
          <p:cNvCxnSpPr/>
          <p:nvPr/>
        </p:nvCxnSpPr>
        <p:spPr>
          <a:xfrm xmlns:a="http://schemas.openxmlformats.org/drawingml/2006/main">
            <a:off x="4000500" y="38862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10845E-F462-4F34-ABCE-D5F53B9B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86125"/>
            <a:ext cx="2000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1.1  Validated request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3A176-692F-4406-B0CE-E53FEB9E7771}"/>
              </a:ext>
            </a:extLst>
          </p:cNvPr>
          <p:cNvCxnSpPr/>
          <p:nvPr/>
        </p:nvCxnSpPr>
        <p:spPr>
          <a:xfrm xmlns:a="http://schemas.openxmlformats.org/drawingml/2006/main">
            <a:off x="5524500" y="4191000"/>
            <a:ext cx="6858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0BAE4B-96BB-47F3-9022-62B5C309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238625"/>
            <a:ext cx="2000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2  News query</a:t>
            </a:r>
          </a:p>
        </p:txBody>
      </p: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B98656-AFF1-449D-AD46-53CC3020149F}"/>
              </a:ext>
            </a:extLst>
          </p:cNvPr>
          <p:cNvCxnSpPr/>
          <p:nvPr/>
        </p:nvCxnSpPr>
        <p:spPr>
          <a:xfrm xmlns:a="http://schemas.openxmlformats.org/drawingml/2006/main">
            <a:off x="5524500" y="3886200"/>
            <a:ext cx="6858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B58FC5-7B6A-4FEE-AE08-FEB113CB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00450"/>
            <a:ext cx="2000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3  Market query</a:t>
            </a:r>
          </a:p>
        </p:txBody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BEFDB-77EF-43FA-BCFA-22D7F2CB90BE}"/>
              </a:ext>
            </a:extLst>
          </p:cNvPr>
          <p:cNvCxnSpPr/>
          <p:nvPr/>
        </p:nvCxnSpPr>
        <p:spPr>
          <a:xfrm xmlns:a="http://schemas.openxmlformats.org/drawingml/2006/main">
            <a:off x="1295400" y="4191000"/>
            <a:ext cx="3276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D66806-8BE3-435E-A887-5D8E3B5D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2286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4  Dated market records</a:t>
            </a:r>
          </a:p>
        </p:txBody>
      </p: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CF6D40-A122-4FEA-9843-48FFF857C923}"/>
              </a:ext>
            </a:extLst>
          </p:cNvPr>
          <p:cNvCxnSpPr/>
          <p:nvPr/>
        </p:nvCxnSpPr>
        <p:spPr>
          <a:xfrm xmlns:a="http://schemas.openxmlformats.org/drawingml/2006/main">
            <a:off x="1295400" y="4457700"/>
            <a:ext cx="3276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8577E3-73B0-4CB2-97FD-BD2F2CD7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05325"/>
            <a:ext cx="2381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5  Dated news evidence</a:t>
            </a:r>
          </a:p>
        </p:txBody>
      </p: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C69BF5-A5C9-4A5B-AE24-A317A6B01B7C}"/>
              </a:ext>
            </a:extLst>
          </p:cNvPr>
          <p:cNvCxnSpPr/>
          <p:nvPr/>
        </p:nvCxnSpPr>
        <p:spPr>
          <a:xfrm xmlns:a="http://schemas.openxmlformats.org/drawingml/2006/main">
            <a:off x="5524500" y="4457700"/>
            <a:ext cx="76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E1822E-E4DB-4E44-A3AF-525A60CC255F}"/>
              </a:ext>
            </a:extLst>
          </p:cNvPr>
          <p:cNvCxnSpPr/>
          <p:nvPr/>
        </p:nvCxnSpPr>
        <p:spPr>
          <a:xfrm xmlns:a="http://schemas.openxmlformats.org/drawingml/2006/main">
            <a:off x="5600700" y="4457700"/>
            <a:ext cx="0" cy="914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9D80C3-FC57-4A11-AA75-6FB731FB44D1}"/>
              </a:ext>
            </a:extLst>
          </p:cNvPr>
          <p:cNvCxnSpPr/>
          <p:nvPr/>
        </p:nvCxnSpPr>
        <p:spPr>
          <a:xfrm xmlns:a="http://schemas.openxmlformats.org/drawingml/2006/main">
            <a:off x="5600700" y="5372100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  <a:tailEnd type="triangle" w="sm" len="sm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FE7783-4787-4D30-BAAA-91215402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29175"/>
            <a:ext cx="2286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5.1  Validated dated evidence</a:t>
            </a:r>
          </a:p>
        </p:txBody>
      </p: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F9519F-F732-4420-ABFE-6C9B26AF6273}"/>
              </a:ext>
            </a:extLst>
          </p:cNvPr>
          <p:cNvCxnSpPr/>
          <p:nvPr/>
        </p:nvCxnSpPr>
        <p:spPr>
          <a:xfrm xmlns:a="http://schemas.openxmlformats.org/drawingml/2006/main">
            <a:off x="7239000" y="55245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6044FB-46A4-40DD-BE65-E8FD65B58289}"/>
              </a:ext>
            </a:extLst>
          </p:cNvPr>
          <p:cNvCxnSpPr/>
          <p:nvPr/>
        </p:nvCxnSpPr>
        <p:spPr>
          <a:xfrm xmlns:a="http://schemas.openxmlformats.org/drawingml/2006/main">
            <a:off x="7353300" y="5524500"/>
            <a:ext cx="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6C927D-4216-4D58-92DB-B2BC8F2054CE}"/>
              </a:ext>
            </a:extLst>
          </p:cNvPr>
          <p:cNvCxnSpPr/>
          <p:nvPr/>
        </p:nvCxnSpPr>
        <p:spPr>
          <a:xfrm xmlns:a="http://schemas.openxmlformats.org/drawingml/2006/main">
            <a:off x="7353300" y="6362700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  <a:tailEnd type="triangle" w="sm" len="sm"/>
          </a:ln>
        </p:spPr>
      </p:cxn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C4A76A-49B2-495D-AC8E-8E3BB498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695950"/>
            <a:ext cx="2667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5.2  Computed score record</a:t>
            </a:r>
          </a:p>
        </p:txBody>
      </p: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52132D-0CD5-4525-B284-1BF4CABD7D71}"/>
              </a:ext>
            </a:extLst>
          </p:cNvPr>
          <p:cNvCxnSpPr/>
          <p:nvPr/>
        </p:nvCxnSpPr>
        <p:spPr>
          <a:xfrm xmlns:a="http://schemas.openxmlformats.org/drawingml/2006/main">
            <a:off x="7353300" y="6362700"/>
            <a:ext cx="0" cy="1524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4E980F-E693-429B-8C21-2C07E3CF2783}"/>
              </a:ext>
            </a:extLst>
          </p:cNvPr>
          <p:cNvCxnSpPr/>
          <p:nvPr/>
        </p:nvCxnSpPr>
        <p:spPr>
          <a:xfrm xmlns:a="http://schemas.openxmlformats.org/drawingml/2006/main">
            <a:off x="7353300" y="7886700"/>
            <a:ext cx="2362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  <a:tailEnd type="triangle" w="sm" len="sm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40ECF9-1D22-490E-97CD-048386D7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934325"/>
            <a:ext cx="2190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5.3  Same record to display</a:t>
            </a:r>
          </a:p>
        </p:txBody>
      </p: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DB98BB-F89D-42A4-B53D-328019C0BB71}"/>
              </a:ext>
            </a:extLst>
          </p:cNvPr>
          <p:cNvCxnSpPr/>
          <p:nvPr/>
        </p:nvCxnSpPr>
        <p:spPr>
          <a:xfrm xmlns:a="http://schemas.openxmlformats.org/drawingml/2006/main">
            <a:off x="8953500" y="6362700"/>
            <a:ext cx="3429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6F230A-7BFA-4FDD-9171-ADB0A01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067425"/>
            <a:ext cx="2190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6  Score-evidence package</a:t>
            </a:r>
          </a:p>
        </p:txBody>
      </p: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449016-F5E7-4545-939E-6B4E064B3A62}"/>
              </a:ext>
            </a:extLst>
          </p:cNvPr>
          <p:cNvCxnSpPr/>
          <p:nvPr/>
        </p:nvCxnSpPr>
        <p:spPr>
          <a:xfrm xmlns:a="http://schemas.openxmlformats.org/drawingml/2006/main">
            <a:off x="1295400" y="6705600"/>
            <a:ext cx="6705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F8463D-7A0B-4CE7-91B9-89155321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410325"/>
            <a:ext cx="2381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7  AI explanation text</a:t>
            </a:r>
          </a:p>
        </p:txBody>
      </p: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2593B0-BBC6-4809-8A9E-AD6492C6CF19}"/>
              </a:ext>
            </a:extLst>
          </p:cNvPr>
          <p:cNvCxnSpPr/>
          <p:nvPr/>
        </p:nvCxnSpPr>
        <p:spPr>
          <a:xfrm xmlns:a="http://schemas.openxmlformats.org/drawingml/2006/main">
            <a:off x="8953500" y="674370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CB3FDB-E7B5-455D-A44B-E151E159ED06}"/>
              </a:ext>
            </a:extLst>
          </p:cNvPr>
          <p:cNvCxnSpPr/>
          <p:nvPr/>
        </p:nvCxnSpPr>
        <p:spPr>
          <a:xfrm xmlns:a="http://schemas.openxmlformats.org/drawingml/2006/main">
            <a:off x="9067800" y="6743700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15499BA-0D3B-48BA-AD7C-94E98E18C325}"/>
              </a:ext>
            </a:extLst>
          </p:cNvPr>
          <p:cNvCxnSpPr/>
          <p:nvPr/>
        </p:nvCxnSpPr>
        <p:spPr>
          <a:xfrm xmlns:a="http://schemas.openxmlformats.org/drawingml/2006/main">
            <a:off x="9067800" y="7543800"/>
            <a:ext cx="647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A63"/>
            </a:solidFill>
            <a:tailEnd type="triangle" w="sm" len="sm"/>
          </a:ln>
        </p:spPr>
      </p:cxn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CAC1AC-F3A3-4C56-85A5-6B68D3CC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43750"/>
            <a:ext cx="2286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7.1  Checked explanation</a:t>
            </a:r>
          </a:p>
        </p:txBody>
      </p: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11CF66-584F-496D-A01D-90212797452D}"/>
              </a:ext>
            </a:extLst>
          </p:cNvPr>
          <p:cNvCxnSpPr/>
          <p:nvPr/>
        </p:nvCxnSpPr>
        <p:spPr>
          <a:xfrm xmlns:a="http://schemas.openxmlformats.org/drawingml/2006/main">
            <a:off x="10668000" y="7543800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259A7"/>
            </a:solidFill>
            <a:tailEnd type="triangle" w="sm" len="sm"/>
          </a:ln>
        </p:spPr>
      </p:cxn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9AFDCB-410D-4014-91EF-5006F9DC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7191375"/>
            <a:ext cx="2667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8  Comparison and evidence</a:t>
            </a:r>
          </a:p>
        </p:txBody>
      </p:sp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76CA10-EE86-4589-A9DA-75261B716225}"/>
              </a:ext>
            </a:extLst>
          </p:cNvPr>
          <p:cNvCxnSpPr/>
          <p:nvPr/>
        </p:nvCxnSpPr>
        <p:spPr>
          <a:xfrm xmlns:a="http://schemas.openxmlformats.org/drawingml/2006/main">
            <a:off x="10668000" y="7886700"/>
            <a:ext cx="1714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86471"/>
            </a:solidFill>
            <a:tailEnd type="triangle" w="sm" len="sm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E07DD9-E7FA-45A1-8EAD-8A7F52D9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8048625"/>
            <a:ext cx="2286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6471"/>
                </a:solidFill>
                <a:latin typeface="Arial"/>
                <a:ea typeface="Arial"/>
                <a:cs typeface="Arial"/>
              </a:rPr>
              <a:t>9  Service status (context)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9514AC-752E-4DA2-B2D0-095064CC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895350"/>
            <a:ext cx="6191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8647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6471"/>
                </a:solidFill>
                <a:latin typeface="Arial"/>
                <a:ea typeface="Arial"/>
                <a:cs typeface="Arial"/>
              </a:rPr>
              <a:t>0  Research Configuration controls F.1–F.5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5480DC-5C8E-45B9-87B6-426462AB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029825"/>
            <a:ext cx="1371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86471"/>
                </a:solidFill>
                <a:latin typeface="Arial"/>
                <a:ea typeface="Arial"/>
                <a:cs typeface="Arial"/>
              </a:rPr>
              <a:t>Native model: project 659, F.0 264782; F.1–F.5 269034–269038. Mechanisms are intentionally not allocated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9850555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606BC4-81DD-4FC3-877C-271D51DC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4287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Numbered sequence at the first-level functional abstraction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EDE0C-59EC-4AD9-A229-AEFE425C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90550"/>
            <a:ext cx="1371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471"/>
                </a:solidFill>
                <a:latin typeface="Arial"/>
                <a:ea typeface="Arial"/>
                <a:cs typeface="Arial"/>
              </a:rPr>
              <a:t>Logical function lifelines refine UC.1; they do not allocate physical mechanisms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5F697-D935-49A4-8282-4A4FEFF0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BADF4-8D61-4FA5-92C2-77B4CB2D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DA939-F26E-4539-A4D0-7D210C8D59CE}"/>
              </a:ext>
            </a:extLst>
          </p:cNvPr>
          <p:cNvCxnSpPr/>
          <p:nvPr/>
        </p:nvCxnSpPr>
        <p:spPr>
          <a:xfrm xmlns:a="http://schemas.openxmlformats.org/drawingml/2006/main">
            <a:off x="76200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082B3-EBEA-4121-90E7-B13DF744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E63BE2-B3CA-476D-91AF-61EF2B8B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F.1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Request</a:t>
            </a:r>
          </a:p>
        </p:txBody>
      </p: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9FEC3-8B9A-442F-9AC1-18DB13334108}"/>
              </a:ext>
            </a:extLst>
          </p:cNvPr>
          <p:cNvCxnSpPr/>
          <p:nvPr/>
        </p:nvCxnSpPr>
        <p:spPr>
          <a:xfrm xmlns:a="http://schemas.openxmlformats.org/drawingml/2006/main">
            <a:off x="219075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11A8E-7750-4FDE-B9F1-85614E3E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7CDF4-C153-44AF-A12A-21712F6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F.2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9D849-BE4E-4662-813D-2B8AE296C58C}"/>
              </a:ext>
            </a:extLst>
          </p:cNvPr>
          <p:cNvCxnSpPr/>
          <p:nvPr/>
        </p:nvCxnSpPr>
        <p:spPr>
          <a:xfrm xmlns:a="http://schemas.openxmlformats.org/drawingml/2006/main">
            <a:off x="361950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5982A-F1DE-4EA6-8A12-4BCF689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683FA-12FA-4310-BEB3-7AD2B749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News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Provider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5D60B2-C4A3-4F29-929A-A0673F0960A6}"/>
              </a:ext>
            </a:extLst>
          </p:cNvPr>
          <p:cNvCxnSpPr/>
          <p:nvPr/>
        </p:nvCxnSpPr>
        <p:spPr>
          <a:xfrm xmlns:a="http://schemas.openxmlformats.org/drawingml/2006/main">
            <a:off x="504825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1E9634-68B1-4076-A385-08DD585D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3D30BB-061A-449F-99B8-F3C13BB7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Market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Provider</a:t>
            </a:r>
          </a:p>
        </p:txBody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4FB5CC-A153-4EAA-AF0D-956AB171E5D2}"/>
              </a:ext>
            </a:extLst>
          </p:cNvPr>
          <p:cNvCxnSpPr/>
          <p:nvPr/>
        </p:nvCxnSpPr>
        <p:spPr>
          <a:xfrm xmlns:a="http://schemas.openxmlformats.org/drawingml/2006/main">
            <a:off x="647700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BE792-1B43-445C-A757-21218CA7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DA01BA-49BF-46D3-85C5-5F660039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F.3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495F92-F355-4D87-804E-A16C59194B95}"/>
              </a:ext>
            </a:extLst>
          </p:cNvPr>
          <p:cNvCxnSpPr/>
          <p:nvPr/>
        </p:nvCxnSpPr>
        <p:spPr>
          <a:xfrm xmlns:a="http://schemas.openxmlformats.org/drawingml/2006/main">
            <a:off x="790575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DEE3A2-CD99-4427-A51A-DB488EBD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7A644F-195E-4180-8C24-D02092CB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F.4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AI check</a:t>
            </a:r>
          </a:p>
        </p:txBody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2E7814-0637-4FC1-A2AF-9D7BF46BFC68}"/>
              </a:ext>
            </a:extLst>
          </p:cNvPr>
          <p:cNvCxnSpPr/>
          <p:nvPr/>
        </p:nvCxnSpPr>
        <p:spPr>
          <a:xfrm xmlns:a="http://schemas.openxmlformats.org/drawingml/2006/main">
            <a:off x="933450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91C187-2654-4C78-9564-A0EF383B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05CD49-7753-4FA9-9629-732CA000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AI Model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196B31-53A1-4701-9086-886F7D4263B4}"/>
              </a:ext>
            </a:extLst>
          </p:cNvPr>
          <p:cNvCxnSpPr/>
          <p:nvPr/>
        </p:nvCxnSpPr>
        <p:spPr>
          <a:xfrm xmlns:a="http://schemas.openxmlformats.org/drawingml/2006/main">
            <a:off x="1076325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B9F06A-8609-4F96-8A3C-1C4558E8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75" y="1047750"/>
            <a:ext cx="1238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8"/>
          </a:solidFill>
          <a:ln xmlns:a="http://schemas.openxmlformats.org/drawingml/2006/main" w="9525">
            <a:solidFill>
              <a:srgbClr val="8394A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4FBBF4-CF80-47B1-869E-614A937E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01475" y="1114425"/>
            <a:ext cx="1162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F.5</a:t>
            </a:r>
          </a:p>
          <a:p xmlns:a="http://schemas.openxmlformats.org/drawingml/2006/main">
            <a:pPr>
              <a:defRPr sz="127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Display</a:t>
            </a:r>
          </a:p>
        </p:txBody>
      </p: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2D8E14-0532-4E11-88E2-EED11689E12E}"/>
              </a:ext>
            </a:extLst>
          </p:cNvPr>
          <p:cNvCxnSpPr/>
          <p:nvPr/>
        </p:nvCxnSpPr>
        <p:spPr>
          <a:xfrm xmlns:a="http://schemas.openxmlformats.org/drawingml/2006/main">
            <a:off x="12382500" y="1666875"/>
            <a:ext cx="0" cy="757237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4DC"/>
            </a:solidFill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6BC98-6490-4DC6-80C6-7F6C081A07AF}"/>
              </a:ext>
            </a:extLst>
          </p:cNvPr>
          <p:cNvCxnSpPr/>
          <p:nvPr/>
        </p:nvCxnSpPr>
        <p:spPr>
          <a:xfrm xmlns:a="http://schemas.openxmlformats.org/drawingml/2006/main">
            <a:off x="762000" y="2047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D87081-FE92-4133-9FC8-A39AF4FD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1  Stock pair and date</a:t>
            </a:r>
          </a:p>
        </p:txBody>
      </p: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9305BD-9100-4CDE-A4D9-B6C0DC2C40A3}"/>
              </a:ext>
            </a:extLst>
          </p:cNvPr>
          <p:cNvCxnSpPr/>
          <p:nvPr/>
        </p:nvCxnSpPr>
        <p:spPr>
          <a:xfrm xmlns:a="http://schemas.openxmlformats.org/drawingml/2006/main">
            <a:off x="2190750" y="2571750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87A63"/>
            </a:solidFill>
            <a:tailEnd type="triangle" w="sm" len="sm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0AA53A-A743-406A-BCAA-4F0BC927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14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1.1  IF.01 validated request</a:t>
            </a:r>
          </a:p>
        </p:txBody>
      </p: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CF05AC-2B94-4725-B530-45B760BF36C4}"/>
              </a:ext>
            </a:extLst>
          </p:cNvPr>
          <p:cNvCxnSpPr/>
          <p:nvPr/>
        </p:nvCxnSpPr>
        <p:spPr>
          <a:xfrm xmlns:a="http://schemas.openxmlformats.org/drawingml/2006/main">
            <a:off x="3619500" y="309562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412BD6-AABE-4396-A7C9-9DF715EF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3845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2  IO.04 news query</a:t>
            </a:r>
          </a:p>
        </p:txBody>
      </p: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8C380F-D7A7-45AC-8046-1F142D398AED}"/>
              </a:ext>
            </a:extLst>
          </p:cNvPr>
          <p:cNvCxnSpPr/>
          <p:nvPr/>
        </p:nvCxnSpPr>
        <p:spPr>
          <a:xfrm xmlns:a="http://schemas.openxmlformats.org/drawingml/2006/main">
            <a:off x="3619500" y="3619500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tailEnd type="triangle" w="sm" len="sm"/>
          </a:ln>
        </p:spPr>
      </p:cxn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91147A-DEA6-4329-9489-37E304DA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6232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3  IO.03 market query</a:t>
            </a:r>
          </a:p>
        </p:txBody>
      </p: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284B64-7D48-465B-A4A4-A86FAED5C3EC}"/>
              </a:ext>
            </a:extLst>
          </p:cNvPr>
          <p:cNvCxnSpPr/>
          <p:nvPr/>
        </p:nvCxnSpPr>
        <p:spPr>
          <a:xfrm xmlns:a="http://schemas.openxmlformats.org/drawingml/2006/main">
            <a:off x="3619500" y="4143375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headEnd type="triangle" w="sm" len="sm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2C4B2E-59D1-48E7-AD1A-7F00D175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8620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4  IO.07 dated market records</a:t>
            </a:r>
          </a:p>
        </p:txBody>
      </p: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E51B37-AA6C-45FD-91B8-30DA99A646EB}"/>
              </a:ext>
            </a:extLst>
          </p:cNvPr>
          <p:cNvCxnSpPr/>
          <p:nvPr/>
        </p:nvCxnSpPr>
        <p:spPr>
          <a:xfrm xmlns:a="http://schemas.openxmlformats.org/drawingml/2006/main">
            <a:off x="3619500" y="4667250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headEnd type="triangle" w="sm" len="sm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A73BEB-9AB3-4BD9-AF4E-5C011B97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100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5  IO.08 dated news evidence</a:t>
            </a:r>
          </a:p>
        </p:txBody>
      </p:sp>
      <p:cxnSp>
        <p:nvCxn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CEA30B-072D-4302-9287-692C1576C3A8}"/>
              </a:ext>
            </a:extLst>
          </p:cNvPr>
          <p:cNvCxnSpPr/>
          <p:nvPr/>
        </p:nvCxnSpPr>
        <p:spPr>
          <a:xfrm xmlns:a="http://schemas.openxmlformats.org/drawingml/2006/main">
            <a:off x="3619500" y="5191125"/>
            <a:ext cx="428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87A63"/>
            </a:solidFill>
            <a:tailEnd type="triangle" w="sm" len="sm"/>
          </a:ln>
        </p:spPr>
      </p:cxn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506292-D58D-4C3C-90F8-87FAD250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933950"/>
            <a:ext cx="4191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5.1  IF.02 validated evidence</a:t>
            </a:r>
          </a:p>
        </p:txBody>
      </p: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718287-627A-44A4-AAC6-6F6A5021044F}"/>
              </a:ext>
            </a:extLst>
          </p:cNvPr>
          <p:cNvCxnSpPr/>
          <p:nvPr/>
        </p:nvCxnSpPr>
        <p:spPr>
          <a:xfrm xmlns:a="http://schemas.openxmlformats.org/drawingml/2006/main">
            <a:off x="7905750" y="5715000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87A63"/>
            </a:solidFill>
            <a:tailEnd type="triangle" w="sm" len="sm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FC56EC-680E-44E0-AE36-1658235B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5782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5.2  IF.03 computed record</a:t>
            </a:r>
          </a:p>
        </p:txBody>
      </p: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3679E2-20D9-47B3-B293-2DA4EBF771CF}"/>
              </a:ext>
            </a:extLst>
          </p:cNvPr>
          <p:cNvCxnSpPr/>
          <p:nvPr/>
        </p:nvCxnSpPr>
        <p:spPr>
          <a:xfrm xmlns:a="http://schemas.openxmlformats.org/drawingml/2006/main">
            <a:off x="7905750" y="6238875"/>
            <a:ext cx="4476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87A63"/>
            </a:solidFill>
            <a:tailEnd type="triangle" w="sm" len="sm"/>
          </a:ln>
        </p:spPr>
      </p:cxn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3C64F2-1652-488B-AAF2-A9CB5FE5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981700"/>
            <a:ext cx="438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5.3  IF.03 same record to display</a:t>
            </a:r>
          </a:p>
        </p:txBody>
      </p: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6AAB26-7405-4007-AA84-3C8A57DFEF1A}"/>
              </a:ext>
            </a:extLst>
          </p:cNvPr>
          <p:cNvCxnSpPr/>
          <p:nvPr/>
        </p:nvCxnSpPr>
        <p:spPr>
          <a:xfrm xmlns:a="http://schemas.openxmlformats.org/drawingml/2006/main">
            <a:off x="9334500" y="6762750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tailEnd type="triangle" w="sm" len="sm"/>
          </a:ln>
        </p:spPr>
      </p:cxn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B3E01F-20DF-4F9C-BC17-6DA2945B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505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6  IO.05 score-evidence package</a:t>
            </a:r>
          </a:p>
        </p:txBody>
      </p: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3E7B8F-2356-4744-8CA3-623228DA3036}"/>
              </a:ext>
            </a:extLst>
          </p:cNvPr>
          <p:cNvCxnSpPr/>
          <p:nvPr/>
        </p:nvCxnSpPr>
        <p:spPr>
          <a:xfrm xmlns:a="http://schemas.openxmlformats.org/drawingml/2006/main">
            <a:off x="9334500" y="728662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headEnd type="triangle" w="sm" len="sm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45E1AE-D505-4925-B341-A842E998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29450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7  IO.09 AI explanation</a:t>
            </a:r>
          </a:p>
        </p:txBody>
      </p: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EC98DF-D899-4D39-A7D9-1FA8A99219D3}"/>
              </a:ext>
            </a:extLst>
          </p:cNvPr>
          <p:cNvCxnSpPr/>
          <p:nvPr/>
        </p:nvCxnSpPr>
        <p:spPr>
          <a:xfrm xmlns:a="http://schemas.openxmlformats.org/drawingml/2006/main">
            <a:off x="9334500" y="7810500"/>
            <a:ext cx="3048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87A63"/>
            </a:solidFill>
            <a:tailEnd type="triangle" w="sm" len="sm"/>
          </a:ln>
        </p:spPr>
      </p:cxn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9FA74AA-666D-44EF-82E7-6E3FD39C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55332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A6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A63"/>
                </a:solidFill>
                <a:latin typeface="Arial"/>
                <a:ea typeface="Arial"/>
                <a:cs typeface="Arial"/>
              </a:rPr>
              <a:t>7.1  IF.04 checked explanation / availability</a:t>
            </a:r>
          </a:p>
        </p:txBody>
      </p: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EE85DE5-B8E4-4E12-A094-27FFFAA8E0EB}"/>
              </a:ext>
            </a:extLst>
          </p:cNvPr>
          <p:cNvCxnSpPr/>
          <p:nvPr/>
        </p:nvCxnSpPr>
        <p:spPr>
          <a:xfrm xmlns:a="http://schemas.openxmlformats.org/drawingml/2006/main">
            <a:off x="762000" y="8334375"/>
            <a:ext cx="11620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59A7"/>
            </a:solidFill>
            <a:headEnd type="triangle" w="sm" len="sm"/>
          </a:ln>
        </p:spPr>
      </p:cxn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091633-E3CA-4DD9-B43D-8BBDFD3A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77200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259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259A7"/>
                </a:solidFill>
                <a:latin typeface="Arial"/>
                <a:ea typeface="Arial"/>
                <a:cs typeface="Arial"/>
              </a:rPr>
              <a:t>8  IO.02 comparison and 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F435B3-E6AF-4CB7-8AA3-5A948FF6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239250"/>
            <a:ext cx="1362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defPPr>
            <a:lvl1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1pPr>
            <a:lvl2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2pPr>
            <a:lvl3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3pPr>
            <a:lvl4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4pPr>
            <a:lvl5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5pPr>
            <a:lvl6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6pPr>
            <a:lvl7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7pPr>
            <a:lvl8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8pPr>
            <a:lvl9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6212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6212C"/>
                </a:solidFill>
                <a:latin typeface="Arial"/>
                <a:ea typeface="Arial"/>
                <a:cs typeface="Arial"/>
              </a:rPr>
              <a:t>End: UC.1.8 user inspects the already displayed drivers and citations; no additional request is invented.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21FCFE6-0163-47ED-B597-872019C3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715500"/>
            <a:ext cx="1362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864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471"/>
                </a:solidFill>
                <a:latin typeface="Arial"/>
                <a:ea typeface="Arial"/>
                <a:cs typeface="Arial"/>
              </a:rPr>
              <a:t>Precondition 0: maintained Research Configuration. Supplemental exchange 9: F.5 reports Service Status to the maintainer.</a:t>
            </a:r>
          </a:p>
        </p:txBody>
      </p:sp>
    </p:spTree>
    <p:extLst>
      <p:ext uri="{BB962C8B-B14F-4D97-AF65-F5344CB8AC3E}">
        <p14:creationId xmlns:p14="http://schemas.microsoft.com/office/powerpoint/2010/main" val="3975619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2026-10-23T02:04:42.2080000Z</dcterms:created>
  <dcterms:modified xsi:type="dcterms:W3CDTF">2026-10-23T02:04:42.2080000Z</dcterms:modified>
</coreProperties>
</file>